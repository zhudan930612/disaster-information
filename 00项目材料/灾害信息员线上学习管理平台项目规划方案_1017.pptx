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35"/>
  </p:handoutMasterIdLst>
  <p:sldIdLst>
    <p:sldId id="256" r:id="rId3"/>
    <p:sldId id="11090492" r:id="rId4"/>
    <p:sldId id="11090463" r:id="rId5"/>
    <p:sldId id="11090493" r:id="rId6"/>
    <p:sldId id="11090464" r:id="rId8"/>
    <p:sldId id="11090418" r:id="rId9"/>
    <p:sldId id="11090526" r:id="rId10"/>
    <p:sldId id="11090523" r:id="rId11"/>
    <p:sldId id="11090531" r:id="rId12"/>
    <p:sldId id="11090525" r:id="rId13"/>
    <p:sldId id="11090216" r:id="rId14"/>
    <p:sldId id="11090420" r:id="rId15"/>
    <p:sldId id="11090562" r:id="rId16"/>
    <p:sldId id="11090465" r:id="rId17"/>
    <p:sldId id="11090200" r:id="rId18"/>
    <p:sldId id="11090422" r:id="rId19"/>
    <p:sldId id="11090201" r:id="rId20"/>
    <p:sldId id="11090337" r:id="rId21"/>
    <p:sldId id="11090303" r:id="rId22"/>
    <p:sldId id="11090307" r:id="rId23"/>
    <p:sldId id="11090308" r:id="rId24"/>
    <p:sldId id="11090309" r:id="rId25"/>
    <p:sldId id="11090310" r:id="rId26"/>
    <p:sldId id="11090311" r:id="rId27"/>
    <p:sldId id="11090455" r:id="rId28"/>
    <p:sldId id="11090466" r:id="rId29"/>
    <p:sldId id="11090557" r:id="rId30"/>
    <p:sldId id="11090581" r:id="rId31"/>
    <p:sldId id="11090561" r:id="rId32"/>
    <p:sldId id="11090580" r:id="rId33"/>
    <p:sldId id="1051" r:id="rId34"/>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作者"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3F3"/>
    <a:srgbClr val="7EA6FC"/>
    <a:srgbClr val="F1F4FC"/>
    <a:srgbClr val="1174FE"/>
    <a:srgbClr val="0057D4"/>
    <a:srgbClr val="FFFFFF"/>
    <a:srgbClr val="4472C4"/>
    <a:srgbClr val="5B84CB"/>
    <a:srgbClr val="ECF4FF"/>
    <a:srgbClr val="D9E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96" autoAdjust="0"/>
    <p:restoredTop sz="94660"/>
  </p:normalViewPr>
  <p:slideViewPr>
    <p:cSldViewPr snapToGrid="0">
      <p:cViewPr varScale="1">
        <p:scale>
          <a:sx n="107" d="100"/>
          <a:sy n="107" d="100"/>
        </p:scale>
        <p:origin x="2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gs" Target="tags/tag305.xml"/><Relationship Id="rId4" Type="http://schemas.openxmlformats.org/officeDocument/2006/relationships/slide" Target="slides/slide2.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863A15-929B-4449-A450-A45BE258DFD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80BB7-0F95-4609-A780-2FD6846F7DA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0B5E4D13-0F77-4153-B279-5BD9F682CDE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422C392-F4AB-45D7-8B23-24FCA18BDB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1599D2-5191-434F-B88A-9FD184F04FB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mpt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p14:gallery dir="r"/>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2C392-F4AB-45D7-8B23-24FCA18BDBB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1599D2-5191-434F-B88A-9FD184F04FB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7.xml"/><Relationship Id="rId7" Type="http://schemas.openxmlformats.org/officeDocument/2006/relationships/image" Target="../media/image5.png"/><Relationship Id="rId6" Type="http://schemas.openxmlformats.org/officeDocument/2006/relationships/tags" Target="../tags/tag6.xml"/><Relationship Id="rId5" Type="http://schemas.openxmlformats.org/officeDocument/2006/relationships/image" Target="../media/image3.emf"/><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0" Type="http://schemas.openxmlformats.org/officeDocument/2006/relationships/notesSlide" Target="../notesSlides/notesSlide1.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2.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image" Target="../media/image3.emf"/></Relationships>
</file>

<file path=ppt/slides/_rels/slide7.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20.xml"/><Relationship Id="rId7" Type="http://schemas.openxmlformats.org/officeDocument/2006/relationships/image" Target="../media/image6.png"/><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2" Type="http://schemas.openxmlformats.org/officeDocument/2006/relationships/notesSlide" Target="../notesSlides/notesSlide3.xml"/><Relationship Id="rId11" Type="http://schemas.openxmlformats.org/officeDocument/2006/relationships/slideLayout" Target="../slideLayouts/slideLayout12.xml"/><Relationship Id="rId10" Type="http://schemas.openxmlformats.org/officeDocument/2006/relationships/tags" Target="../tags/tag21.xml"/><Relationship Id="rId1" Type="http://schemas.openxmlformats.org/officeDocument/2006/relationships/image" Target="../media/image3.emf"/></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0" Type="http://schemas.openxmlformats.org/officeDocument/2006/relationships/notesSlide" Target="../notesSlides/notesSlide4.xml"/><Relationship Id="rId1" Type="http://schemas.openxmlformats.org/officeDocument/2006/relationships/image" Target="../media/image3.emf"/></Relationships>
</file>

<file path=ppt/slides/_rels/slide9.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8" Type="http://schemas.openxmlformats.org/officeDocument/2006/relationships/notesSlide" Target="../notesSlides/notesSlide5.xml"/><Relationship Id="rId37" Type="http://schemas.openxmlformats.org/officeDocument/2006/relationships/slideLayout" Target="../slideLayouts/slideLayout12.xml"/><Relationship Id="rId36" Type="http://schemas.openxmlformats.org/officeDocument/2006/relationships/tags" Target="../tags/tag63.xml"/><Relationship Id="rId35" Type="http://schemas.openxmlformats.org/officeDocument/2006/relationships/tags" Target="../tags/tag62.xml"/><Relationship Id="rId34" Type="http://schemas.openxmlformats.org/officeDocument/2006/relationships/tags" Target="../tags/tag61.xml"/><Relationship Id="rId33" Type="http://schemas.openxmlformats.org/officeDocument/2006/relationships/tags" Target="../tags/tag60.xml"/><Relationship Id="rId32" Type="http://schemas.openxmlformats.org/officeDocument/2006/relationships/tags" Target="../tags/tag59.xml"/><Relationship Id="rId31" Type="http://schemas.openxmlformats.org/officeDocument/2006/relationships/tags" Target="../tags/tag58.xml"/><Relationship Id="rId30" Type="http://schemas.openxmlformats.org/officeDocument/2006/relationships/tags" Target="../tags/tag57.xml"/><Relationship Id="rId3" Type="http://schemas.openxmlformats.org/officeDocument/2006/relationships/tags" Target="../tags/tag30.xml"/><Relationship Id="rId29" Type="http://schemas.openxmlformats.org/officeDocument/2006/relationships/tags" Target="../tags/tag56.xml"/><Relationship Id="rId28" Type="http://schemas.openxmlformats.org/officeDocument/2006/relationships/tags" Target="../tags/tag55.xml"/><Relationship Id="rId27" Type="http://schemas.openxmlformats.org/officeDocument/2006/relationships/tags" Target="../tags/tag54.xml"/><Relationship Id="rId26" Type="http://schemas.openxmlformats.org/officeDocument/2006/relationships/tags" Target="../tags/tag53.xml"/><Relationship Id="rId25" Type="http://schemas.openxmlformats.org/officeDocument/2006/relationships/tags" Target="../tags/tag52.xml"/><Relationship Id="rId24" Type="http://schemas.openxmlformats.org/officeDocument/2006/relationships/tags" Target="../tags/tag51.xml"/><Relationship Id="rId23" Type="http://schemas.openxmlformats.org/officeDocument/2006/relationships/tags" Target="../tags/tag50.xml"/><Relationship Id="rId22" Type="http://schemas.openxmlformats.org/officeDocument/2006/relationships/tags" Target="../tags/tag49.xml"/><Relationship Id="rId21" Type="http://schemas.openxmlformats.org/officeDocument/2006/relationships/tags" Target="../tags/tag48.xml"/><Relationship Id="rId20" Type="http://schemas.openxmlformats.org/officeDocument/2006/relationships/tags" Target="../tags/tag47.xml"/><Relationship Id="rId2" Type="http://schemas.openxmlformats.org/officeDocument/2006/relationships/tags" Target="../tags/tag29.xml"/><Relationship Id="rId19" Type="http://schemas.openxmlformats.org/officeDocument/2006/relationships/tags" Target="../tags/tag46.xml"/><Relationship Id="rId18" Type="http://schemas.openxmlformats.org/officeDocument/2006/relationships/tags" Target="../tags/tag45.xml"/><Relationship Id="rId17" Type="http://schemas.openxmlformats.org/officeDocument/2006/relationships/tags" Target="../tags/tag44.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tags" Target="../tags/tag69.xml"/><Relationship Id="rId7" Type="http://schemas.openxmlformats.org/officeDocument/2006/relationships/image" Target="../media/image9.svg"/><Relationship Id="rId6" Type="http://schemas.openxmlformats.org/officeDocument/2006/relationships/image" Target="../media/image8.png"/><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9" Type="http://schemas.openxmlformats.org/officeDocument/2006/relationships/notesSlide" Target="../notesSlides/notesSlide6.xml"/><Relationship Id="rId28" Type="http://schemas.openxmlformats.org/officeDocument/2006/relationships/slideLayout" Target="../slideLayouts/slideLayout12.xml"/><Relationship Id="rId27" Type="http://schemas.openxmlformats.org/officeDocument/2006/relationships/image" Target="../media/image19.png"/><Relationship Id="rId26" Type="http://schemas.openxmlformats.org/officeDocument/2006/relationships/tags" Target="../tags/tag78.xml"/><Relationship Id="rId25" Type="http://schemas.openxmlformats.org/officeDocument/2006/relationships/image" Target="../media/image18.png"/><Relationship Id="rId24" Type="http://schemas.openxmlformats.org/officeDocument/2006/relationships/tags" Target="../tags/tag77.xml"/><Relationship Id="rId23" Type="http://schemas.openxmlformats.org/officeDocument/2006/relationships/image" Target="../media/image17.png"/><Relationship Id="rId22" Type="http://schemas.openxmlformats.org/officeDocument/2006/relationships/tags" Target="../tags/tag76.xml"/><Relationship Id="rId21" Type="http://schemas.openxmlformats.org/officeDocument/2006/relationships/image" Target="../media/image16.png"/><Relationship Id="rId20" Type="http://schemas.openxmlformats.org/officeDocument/2006/relationships/tags" Target="../tags/tag75.xml"/><Relationship Id="rId2" Type="http://schemas.openxmlformats.org/officeDocument/2006/relationships/tags" Target="../tags/tag65.xml"/><Relationship Id="rId19" Type="http://schemas.openxmlformats.org/officeDocument/2006/relationships/image" Target="../media/image15.png"/><Relationship Id="rId18" Type="http://schemas.openxmlformats.org/officeDocument/2006/relationships/tags" Target="../tags/tag74.xml"/><Relationship Id="rId17" Type="http://schemas.openxmlformats.org/officeDocument/2006/relationships/image" Target="../media/image14.png"/><Relationship Id="rId16" Type="http://schemas.openxmlformats.org/officeDocument/2006/relationships/tags" Target="../tags/tag73.xml"/><Relationship Id="rId15" Type="http://schemas.openxmlformats.org/officeDocument/2006/relationships/image" Target="../media/image13.png"/><Relationship Id="rId14" Type="http://schemas.openxmlformats.org/officeDocument/2006/relationships/tags" Target="../tags/tag72.xml"/><Relationship Id="rId13" Type="http://schemas.openxmlformats.org/officeDocument/2006/relationships/image" Target="../media/image12.png"/><Relationship Id="rId12" Type="http://schemas.openxmlformats.org/officeDocument/2006/relationships/tags" Target="../tags/tag71.xml"/><Relationship Id="rId11" Type="http://schemas.openxmlformats.org/officeDocument/2006/relationships/image" Target="../media/image11.png"/><Relationship Id="rId10" Type="http://schemas.openxmlformats.org/officeDocument/2006/relationships/tags" Target="../tags/tag70.xml"/><Relationship Id="rId1" Type="http://schemas.openxmlformats.org/officeDocument/2006/relationships/image" Target="../media/image3.emf"/></Relationships>
</file>

<file path=ppt/slides/_rels/slide12.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image" Target="../media/image21.png"/><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0" Type="http://schemas.openxmlformats.org/officeDocument/2006/relationships/notesSlide" Target="../notesSlides/notesSlide7.xml"/><Relationship Id="rId2" Type="http://schemas.openxmlformats.org/officeDocument/2006/relationships/image" Target="../media/image20.png"/><Relationship Id="rId19" Type="http://schemas.openxmlformats.org/officeDocument/2006/relationships/slideLayout" Target="../slideLayouts/slideLayout12.xml"/><Relationship Id="rId18" Type="http://schemas.openxmlformats.org/officeDocument/2006/relationships/tags" Target="../tags/tag93.xml"/><Relationship Id="rId17" Type="http://schemas.openxmlformats.org/officeDocument/2006/relationships/tags" Target="../tags/tag92.xml"/><Relationship Id="rId16" Type="http://schemas.openxmlformats.org/officeDocument/2006/relationships/tags" Target="../tags/tag91.xml"/><Relationship Id="rId15" Type="http://schemas.openxmlformats.org/officeDocument/2006/relationships/tags" Target="../tags/tag90.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image" Target="../media/image3.emf"/></Relationships>
</file>

<file path=ppt/slides/_rels/slide13.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image" Target="../media/image24.png"/><Relationship Id="rId5" Type="http://schemas.openxmlformats.org/officeDocument/2006/relationships/tags" Target="../tags/tag96.xml"/><Relationship Id="rId4" Type="http://schemas.openxmlformats.org/officeDocument/2006/relationships/image" Target="../media/image23.jpeg"/><Relationship Id="rId3" Type="http://schemas.openxmlformats.org/officeDocument/2006/relationships/tags" Target="../tags/tag95.xml"/><Relationship Id="rId2" Type="http://schemas.openxmlformats.org/officeDocument/2006/relationships/image" Target="../media/image22.png"/><Relationship Id="rId12" Type="http://schemas.openxmlformats.org/officeDocument/2006/relationships/slideLayout" Target="../slideLayouts/slideLayout7.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tags" Target="../tags/tag106.xml"/><Relationship Id="rId7" Type="http://schemas.openxmlformats.org/officeDocument/2006/relationships/image" Target="../media/image26.png"/><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image" Target="../media/image25.png"/><Relationship Id="rId22" Type="http://schemas.openxmlformats.org/officeDocument/2006/relationships/notesSlide" Target="../notesSlides/notesSlide8.xml"/><Relationship Id="rId21" Type="http://schemas.openxmlformats.org/officeDocument/2006/relationships/slideLayout" Target="../slideLayouts/slideLayout12.xml"/><Relationship Id="rId20" Type="http://schemas.openxmlformats.org/officeDocument/2006/relationships/tags" Target="../tags/tag113.xml"/><Relationship Id="rId2" Type="http://schemas.openxmlformats.org/officeDocument/2006/relationships/image" Target="../media/image16.png"/><Relationship Id="rId19" Type="http://schemas.openxmlformats.org/officeDocument/2006/relationships/image" Target="../media/image31.png"/><Relationship Id="rId18" Type="http://schemas.openxmlformats.org/officeDocument/2006/relationships/tags" Target="../tags/tag112.xml"/><Relationship Id="rId17" Type="http://schemas.openxmlformats.org/officeDocument/2006/relationships/tags" Target="../tags/tag111.xml"/><Relationship Id="rId16" Type="http://schemas.openxmlformats.org/officeDocument/2006/relationships/image" Target="../media/image30.png"/><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image" Target="../media/image29.png"/><Relationship Id="rId12" Type="http://schemas.openxmlformats.org/officeDocument/2006/relationships/tags" Target="../tags/tag108.xml"/><Relationship Id="rId11" Type="http://schemas.openxmlformats.org/officeDocument/2006/relationships/image" Target="../media/image28.png"/><Relationship Id="rId10" Type="http://schemas.openxmlformats.org/officeDocument/2006/relationships/tags" Target="../tags/tag107.xml"/><Relationship Id="rId1" Type="http://schemas.openxmlformats.org/officeDocument/2006/relationships/image" Target="../media/image3.emf"/></Relationships>
</file>

<file path=ppt/slides/_rels/slide16.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image" Target="../media/image31.png"/><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image" Target="../media/image28.png"/><Relationship Id="rId2" Type="http://schemas.openxmlformats.org/officeDocument/2006/relationships/tags" Target="../tags/tag114.xml"/><Relationship Id="rId14" Type="http://schemas.openxmlformats.org/officeDocument/2006/relationships/notesSlide" Target="../notesSlides/notesSlide9.xml"/><Relationship Id="rId13" Type="http://schemas.openxmlformats.org/officeDocument/2006/relationships/slideLayout" Target="../slideLayouts/slideLayout12.xml"/><Relationship Id="rId12" Type="http://schemas.openxmlformats.org/officeDocument/2006/relationships/tags" Target="../tags/tag121.xml"/><Relationship Id="rId11" Type="http://schemas.openxmlformats.org/officeDocument/2006/relationships/image" Target="../media/image32.png"/><Relationship Id="rId10" Type="http://schemas.openxmlformats.org/officeDocument/2006/relationships/tags" Target="../tags/tag120.xml"/><Relationship Id="rId1" Type="http://schemas.openxmlformats.org/officeDocument/2006/relationships/image" Target="../media/image3.emf"/></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25.xml"/><Relationship Id="rId7" Type="http://schemas.openxmlformats.org/officeDocument/2006/relationships/image" Target="../media/image29.png"/><Relationship Id="rId6" Type="http://schemas.openxmlformats.org/officeDocument/2006/relationships/tags" Target="../tags/tag124.xml"/><Relationship Id="rId5" Type="http://schemas.openxmlformats.org/officeDocument/2006/relationships/image" Target="../media/image28.png"/><Relationship Id="rId4" Type="http://schemas.openxmlformats.org/officeDocument/2006/relationships/tags" Target="../tags/tag123.xml"/><Relationship Id="rId3" Type="http://schemas.openxmlformats.org/officeDocument/2006/relationships/image" Target="../media/image33.png"/><Relationship Id="rId2" Type="http://schemas.openxmlformats.org/officeDocument/2006/relationships/tags" Target="../tags/tag122.xml"/><Relationship Id="rId10" Type="http://schemas.openxmlformats.org/officeDocument/2006/relationships/notesSlide" Target="../notesSlides/notesSlide10.xml"/><Relationship Id="rId1" Type="http://schemas.openxmlformats.org/officeDocument/2006/relationships/image" Target="../media/image3.emf"/></Relationships>
</file>

<file path=ppt/slides/_rels/slide18.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image" Target="../media/image30.png"/><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image" Target="../media/image19.png"/><Relationship Id="rId4" Type="http://schemas.openxmlformats.org/officeDocument/2006/relationships/image" Target="../media/image28.png"/><Relationship Id="rId3" Type="http://schemas.openxmlformats.org/officeDocument/2006/relationships/tags" Target="../tags/tag126.xml"/><Relationship Id="rId2" Type="http://schemas.openxmlformats.org/officeDocument/2006/relationships/image" Target="../media/image34.png"/><Relationship Id="rId14" Type="http://schemas.openxmlformats.org/officeDocument/2006/relationships/slideLayout" Target="../slideLayouts/slideLayout12.xml"/><Relationship Id="rId13" Type="http://schemas.openxmlformats.org/officeDocument/2006/relationships/tags" Target="../tags/tag132.xml"/><Relationship Id="rId12" Type="http://schemas.openxmlformats.org/officeDocument/2006/relationships/image" Target="../media/image18.png"/><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image" Target="../media/image3.emf"/></Relationships>
</file>

<file path=ppt/slides/_rels/slide19.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image" Target="../media/image26.png"/><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image" Target="../media/image25.png"/><Relationship Id="rId3" Type="http://schemas.openxmlformats.org/officeDocument/2006/relationships/tags" Target="../tags/tag133.xml"/><Relationship Id="rId23" Type="http://schemas.openxmlformats.org/officeDocument/2006/relationships/slideLayout" Target="../slideLayouts/slideLayout12.xml"/><Relationship Id="rId22" Type="http://schemas.openxmlformats.org/officeDocument/2006/relationships/tags" Target="../tags/tag145.xml"/><Relationship Id="rId21" Type="http://schemas.openxmlformats.org/officeDocument/2006/relationships/tags" Target="../tags/tag144.xml"/><Relationship Id="rId20" Type="http://schemas.openxmlformats.org/officeDocument/2006/relationships/image" Target="../media/image37.png"/><Relationship Id="rId2" Type="http://schemas.openxmlformats.org/officeDocument/2006/relationships/image" Target="../media/image16.png"/><Relationship Id="rId19" Type="http://schemas.openxmlformats.org/officeDocument/2006/relationships/tags" Target="../tags/tag143.xml"/><Relationship Id="rId18" Type="http://schemas.openxmlformats.org/officeDocument/2006/relationships/image" Target="../media/image36.png"/><Relationship Id="rId17" Type="http://schemas.openxmlformats.org/officeDocument/2006/relationships/tags" Target="../tags/tag142.xml"/><Relationship Id="rId16" Type="http://schemas.openxmlformats.org/officeDocument/2006/relationships/tags" Target="../tags/tag141.xml"/><Relationship Id="rId15" Type="http://schemas.openxmlformats.org/officeDocument/2006/relationships/image" Target="../media/image35.png"/><Relationship Id="rId14" Type="http://schemas.openxmlformats.org/officeDocument/2006/relationships/tags" Target="../tags/tag140.xml"/><Relationship Id="rId13" Type="http://schemas.openxmlformats.org/officeDocument/2006/relationships/image" Target="../media/image28.png"/><Relationship Id="rId12" Type="http://schemas.openxmlformats.org/officeDocument/2006/relationships/tags" Target="../tags/tag139.xml"/><Relationship Id="rId11" Type="http://schemas.openxmlformats.org/officeDocument/2006/relationships/image" Target="../media/image27.png"/><Relationship Id="rId10" Type="http://schemas.openxmlformats.org/officeDocument/2006/relationships/tags" Target="../tags/tag138.xml"/><Relationship Id="rId1" Type="http://schemas.openxmlformats.org/officeDocument/2006/relationships/image" Target="../media/image3.emf"/></Relationships>
</file>

<file path=ppt/slides/_rels/slide20.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image" Target="../media/image38.png"/><Relationship Id="rId7" Type="http://schemas.openxmlformats.org/officeDocument/2006/relationships/tags" Target="../tags/tag151.xml"/><Relationship Id="rId6" Type="http://schemas.openxmlformats.org/officeDocument/2006/relationships/tags" Target="../tags/tag150.xml"/><Relationship Id="rId5" Type="http://schemas.openxmlformats.org/officeDocument/2006/relationships/image" Target="../media/image3.emf"/><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3" Type="http://schemas.openxmlformats.org/officeDocument/2006/relationships/notesSlide" Target="../notesSlides/notesSlide11.xml"/><Relationship Id="rId12" Type="http://schemas.openxmlformats.org/officeDocument/2006/relationships/slideLayout" Target="../slideLayouts/slideLayout12.xml"/><Relationship Id="rId11" Type="http://schemas.openxmlformats.org/officeDocument/2006/relationships/tags" Target="../tags/tag153.xml"/><Relationship Id="rId10" Type="http://schemas.openxmlformats.org/officeDocument/2006/relationships/image" Target="../media/image39.png"/><Relationship Id="rId1" Type="http://schemas.openxmlformats.org/officeDocument/2006/relationships/tags" Target="../tags/tag146.xml"/></Relationships>
</file>

<file path=ppt/slides/_rels/slide21.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image" Target="../media/image40.png"/><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6" Type="http://schemas.openxmlformats.org/officeDocument/2006/relationships/notesSlide" Target="../notesSlides/notesSlide12.xml"/><Relationship Id="rId25" Type="http://schemas.openxmlformats.org/officeDocument/2006/relationships/slideLayout" Target="../slideLayouts/slideLayout12.xml"/><Relationship Id="rId24" Type="http://schemas.openxmlformats.org/officeDocument/2006/relationships/tags" Target="../tags/tag173.xml"/><Relationship Id="rId23" Type="http://schemas.openxmlformats.org/officeDocument/2006/relationships/tags" Target="../tags/tag172.xml"/><Relationship Id="rId22" Type="http://schemas.openxmlformats.org/officeDocument/2006/relationships/tags" Target="../tags/tag171.xml"/><Relationship Id="rId21" Type="http://schemas.openxmlformats.org/officeDocument/2006/relationships/tags" Target="../tags/tag170.xml"/><Relationship Id="rId20" Type="http://schemas.openxmlformats.org/officeDocument/2006/relationships/tags" Target="../tags/tag169.xml"/><Relationship Id="rId2" Type="http://schemas.openxmlformats.org/officeDocument/2006/relationships/tags" Target="../tags/tag154.xml"/><Relationship Id="rId19" Type="http://schemas.openxmlformats.org/officeDocument/2006/relationships/tags" Target="../tags/tag168.xml"/><Relationship Id="rId18" Type="http://schemas.openxmlformats.org/officeDocument/2006/relationships/tags" Target="../tags/tag167.xml"/><Relationship Id="rId17" Type="http://schemas.openxmlformats.org/officeDocument/2006/relationships/tags" Target="../tags/tag166.xml"/><Relationship Id="rId16" Type="http://schemas.openxmlformats.org/officeDocument/2006/relationships/tags" Target="../tags/tag165.xml"/><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image" Target="../media/image42.png"/><Relationship Id="rId11" Type="http://schemas.openxmlformats.org/officeDocument/2006/relationships/tags" Target="../tags/tag161.xml"/><Relationship Id="rId10" Type="http://schemas.openxmlformats.org/officeDocument/2006/relationships/image" Target="../media/image41.png"/><Relationship Id="rId1" Type="http://schemas.openxmlformats.org/officeDocument/2006/relationships/image" Target="../media/image3.emf"/></Relationships>
</file>

<file path=ppt/slides/_rels/slide22.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4" Type="http://schemas.openxmlformats.org/officeDocument/2006/relationships/notesSlide" Target="../notesSlides/notesSlide13.xml"/><Relationship Id="rId23" Type="http://schemas.openxmlformats.org/officeDocument/2006/relationships/slideLayout" Target="../slideLayouts/slideLayout12.xml"/><Relationship Id="rId22" Type="http://schemas.openxmlformats.org/officeDocument/2006/relationships/tags" Target="../tags/tag192.xml"/><Relationship Id="rId21" Type="http://schemas.openxmlformats.org/officeDocument/2006/relationships/tags" Target="../tags/tag191.xml"/><Relationship Id="rId20" Type="http://schemas.openxmlformats.org/officeDocument/2006/relationships/tags" Target="../tags/tag190.xml"/><Relationship Id="rId2" Type="http://schemas.openxmlformats.org/officeDocument/2006/relationships/tags" Target="../tags/tag174.xml"/><Relationship Id="rId19" Type="http://schemas.openxmlformats.org/officeDocument/2006/relationships/tags" Target="../tags/tag189.xml"/><Relationship Id="rId18" Type="http://schemas.openxmlformats.org/officeDocument/2006/relationships/tags" Target="../tags/tag188.xml"/><Relationship Id="rId17" Type="http://schemas.openxmlformats.org/officeDocument/2006/relationships/tags" Target="../tags/tag187.xml"/><Relationship Id="rId16" Type="http://schemas.openxmlformats.org/officeDocument/2006/relationships/tags" Target="../tags/tag186.xml"/><Relationship Id="rId15" Type="http://schemas.openxmlformats.org/officeDocument/2006/relationships/tags" Target="../tags/tag185.xml"/><Relationship Id="rId14" Type="http://schemas.openxmlformats.org/officeDocument/2006/relationships/tags" Target="../tags/tag184.xml"/><Relationship Id="rId13" Type="http://schemas.openxmlformats.org/officeDocument/2006/relationships/tags" Target="../tags/tag183.xml"/><Relationship Id="rId12" Type="http://schemas.openxmlformats.org/officeDocument/2006/relationships/tags" Target="../tags/tag182.xml"/><Relationship Id="rId11" Type="http://schemas.openxmlformats.org/officeDocument/2006/relationships/image" Target="../media/image44.png"/><Relationship Id="rId10" Type="http://schemas.openxmlformats.org/officeDocument/2006/relationships/tags" Target="../tags/tag181.xml"/><Relationship Id="rId1" Type="http://schemas.openxmlformats.org/officeDocument/2006/relationships/image" Target="../media/image3.emf"/></Relationships>
</file>

<file path=ppt/slides/_rels/slide23.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6" Type="http://schemas.openxmlformats.org/officeDocument/2006/relationships/slideLayout" Target="../slideLayouts/slideLayout12.xml"/><Relationship Id="rId25" Type="http://schemas.openxmlformats.org/officeDocument/2006/relationships/image" Target="../media/image3.emf"/><Relationship Id="rId24" Type="http://schemas.openxmlformats.org/officeDocument/2006/relationships/tags" Target="../tags/tag214.xml"/><Relationship Id="rId23" Type="http://schemas.openxmlformats.org/officeDocument/2006/relationships/tags" Target="../tags/tag213.xml"/><Relationship Id="rId22" Type="http://schemas.openxmlformats.org/officeDocument/2006/relationships/tags" Target="../tags/tag212.xml"/><Relationship Id="rId21" Type="http://schemas.openxmlformats.org/officeDocument/2006/relationships/tags" Target="../tags/tag211.xml"/><Relationship Id="rId20" Type="http://schemas.openxmlformats.org/officeDocument/2006/relationships/tags" Target="../tags/tag210.xml"/><Relationship Id="rId2" Type="http://schemas.openxmlformats.org/officeDocument/2006/relationships/tags" Target="../tags/tag194.xml"/><Relationship Id="rId19" Type="http://schemas.openxmlformats.org/officeDocument/2006/relationships/tags" Target="../tags/tag209.xml"/><Relationship Id="rId18" Type="http://schemas.openxmlformats.org/officeDocument/2006/relationships/tags" Target="../tags/tag208.xml"/><Relationship Id="rId17" Type="http://schemas.openxmlformats.org/officeDocument/2006/relationships/tags" Target="../tags/tag207.xml"/><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tags" Target="../tags/tag202.xml"/><Relationship Id="rId11" Type="http://schemas.openxmlformats.org/officeDocument/2006/relationships/image" Target="../media/image46.png"/><Relationship Id="rId10" Type="http://schemas.openxmlformats.org/officeDocument/2006/relationships/tags" Target="../tags/tag201.xml"/><Relationship Id="rId1" Type="http://schemas.openxmlformats.org/officeDocument/2006/relationships/tags" Target="../tags/tag193.xml"/></Relationships>
</file>

<file path=ppt/slides/_rels/slide24.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tags" Target="../tags/tag222.xml"/><Relationship Id="rId7" Type="http://schemas.openxmlformats.org/officeDocument/2006/relationships/tags" Target="../tags/tag221.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5" Type="http://schemas.openxmlformats.org/officeDocument/2006/relationships/slideLayout" Target="../slideLayouts/slideLayout12.xml"/><Relationship Id="rId24" Type="http://schemas.openxmlformats.org/officeDocument/2006/relationships/image" Target="../media/image3.emf"/><Relationship Id="rId23" Type="http://schemas.openxmlformats.org/officeDocument/2006/relationships/tags" Target="../tags/tag235.xml"/><Relationship Id="rId22" Type="http://schemas.openxmlformats.org/officeDocument/2006/relationships/tags" Target="../tags/tag234.xml"/><Relationship Id="rId21" Type="http://schemas.openxmlformats.org/officeDocument/2006/relationships/tags" Target="../tags/tag233.xml"/><Relationship Id="rId20" Type="http://schemas.openxmlformats.org/officeDocument/2006/relationships/tags" Target="../tags/tag232.xml"/><Relationship Id="rId2" Type="http://schemas.openxmlformats.org/officeDocument/2006/relationships/tags" Target="../tags/tag216.xml"/><Relationship Id="rId19" Type="http://schemas.openxmlformats.org/officeDocument/2006/relationships/tags" Target="../tags/tag231.xml"/><Relationship Id="rId18" Type="http://schemas.openxmlformats.org/officeDocument/2006/relationships/tags" Target="../tags/tag230.xml"/><Relationship Id="rId17" Type="http://schemas.openxmlformats.org/officeDocument/2006/relationships/tags" Target="../tags/tag229.xml"/><Relationship Id="rId16" Type="http://schemas.openxmlformats.org/officeDocument/2006/relationships/tags" Target="../tags/tag228.xml"/><Relationship Id="rId15" Type="http://schemas.openxmlformats.org/officeDocument/2006/relationships/tags" Target="../tags/tag227.xml"/><Relationship Id="rId14" Type="http://schemas.openxmlformats.org/officeDocument/2006/relationships/tags" Target="../tags/tag226.xml"/><Relationship Id="rId13" Type="http://schemas.openxmlformats.org/officeDocument/2006/relationships/tags" Target="../tags/tag225.xml"/><Relationship Id="rId12" Type="http://schemas.openxmlformats.org/officeDocument/2006/relationships/tags" Target="../tags/tag224.xml"/><Relationship Id="rId11" Type="http://schemas.openxmlformats.org/officeDocument/2006/relationships/tags" Target="../tags/tag223.xml"/><Relationship Id="rId10" Type="http://schemas.openxmlformats.org/officeDocument/2006/relationships/image" Target="../media/image48.png"/><Relationship Id="rId1" Type="http://schemas.openxmlformats.org/officeDocument/2006/relationships/tags" Target="../tags/tag215.xml"/></Relationships>
</file>

<file path=ppt/slides/_rels/slide25.xml.rels><?xml version="1.0" encoding="UTF-8" standalone="yes"?>
<Relationships xmlns="http://schemas.openxmlformats.org/package/2006/relationships"><Relationship Id="rId9" Type="http://schemas.openxmlformats.org/officeDocument/2006/relationships/tags" Target="../tags/tag244.xml"/><Relationship Id="rId8" Type="http://schemas.openxmlformats.org/officeDocument/2006/relationships/tags" Target="../tags/tag243.xml"/><Relationship Id="rId7" Type="http://schemas.openxmlformats.org/officeDocument/2006/relationships/tags" Target="../tags/tag242.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6" Type="http://schemas.openxmlformats.org/officeDocument/2006/relationships/notesSlide" Target="../notesSlides/notesSlide14.xml"/><Relationship Id="rId25" Type="http://schemas.openxmlformats.org/officeDocument/2006/relationships/slideLayout" Target="../slideLayouts/slideLayout12.xml"/><Relationship Id="rId24" Type="http://schemas.openxmlformats.org/officeDocument/2006/relationships/image" Target="../media/image49.png"/><Relationship Id="rId23" Type="http://schemas.openxmlformats.org/officeDocument/2006/relationships/tags" Target="../tags/tag257.xml"/><Relationship Id="rId22" Type="http://schemas.openxmlformats.org/officeDocument/2006/relationships/tags" Target="../tags/tag256.xml"/><Relationship Id="rId21" Type="http://schemas.openxmlformats.org/officeDocument/2006/relationships/tags" Target="../tags/tag255.xml"/><Relationship Id="rId20" Type="http://schemas.openxmlformats.org/officeDocument/2006/relationships/image" Target="../media/image3.emf"/><Relationship Id="rId2" Type="http://schemas.openxmlformats.org/officeDocument/2006/relationships/tags" Target="../tags/tag237.xml"/><Relationship Id="rId19" Type="http://schemas.openxmlformats.org/officeDocument/2006/relationships/tags" Target="../tags/tag254.xml"/><Relationship Id="rId18" Type="http://schemas.openxmlformats.org/officeDocument/2006/relationships/tags" Target="../tags/tag253.xml"/><Relationship Id="rId17" Type="http://schemas.openxmlformats.org/officeDocument/2006/relationships/tags" Target="../tags/tag252.xml"/><Relationship Id="rId16" Type="http://schemas.openxmlformats.org/officeDocument/2006/relationships/tags" Target="../tags/tag251.xml"/><Relationship Id="rId15" Type="http://schemas.openxmlformats.org/officeDocument/2006/relationships/tags" Target="../tags/tag250.xml"/><Relationship Id="rId14" Type="http://schemas.openxmlformats.org/officeDocument/2006/relationships/tags" Target="../tags/tag249.xml"/><Relationship Id="rId13" Type="http://schemas.openxmlformats.org/officeDocument/2006/relationships/tags" Target="../tags/tag248.xml"/><Relationship Id="rId12" Type="http://schemas.openxmlformats.org/officeDocument/2006/relationships/tags" Target="../tags/tag247.xml"/><Relationship Id="rId11" Type="http://schemas.openxmlformats.org/officeDocument/2006/relationships/tags" Target="../tags/tag246.xml"/><Relationship Id="rId10" Type="http://schemas.openxmlformats.org/officeDocument/2006/relationships/tags" Target="../tags/tag245.xml"/><Relationship Id="rId1" Type="http://schemas.openxmlformats.org/officeDocument/2006/relationships/tags" Target="../tags/tag23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8.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s>
</file>

<file path=ppt/slides/_rels/slide28.xml.rels><?xml version="1.0" encoding="UTF-8" standalone="yes"?>
<Relationships xmlns="http://schemas.openxmlformats.org/package/2006/relationships"><Relationship Id="rId9" Type="http://schemas.openxmlformats.org/officeDocument/2006/relationships/tags" Target="../tags/tag271.xml"/><Relationship Id="rId8" Type="http://schemas.openxmlformats.org/officeDocument/2006/relationships/tags" Target="../tags/tag270.xml"/><Relationship Id="rId7" Type="http://schemas.openxmlformats.org/officeDocument/2006/relationships/tags" Target="../tags/tag269.xml"/><Relationship Id="rId6" Type="http://schemas.openxmlformats.org/officeDocument/2006/relationships/tags" Target="../tags/tag268.xml"/><Relationship Id="rId5" Type="http://schemas.openxmlformats.org/officeDocument/2006/relationships/tags" Target="../tags/tag267.xml"/><Relationship Id="rId4" Type="http://schemas.openxmlformats.org/officeDocument/2006/relationships/tags" Target="../tags/tag266.xml"/><Relationship Id="rId35" Type="http://schemas.openxmlformats.org/officeDocument/2006/relationships/slideLayout" Target="../slideLayouts/slideLayout6.xml"/><Relationship Id="rId34" Type="http://schemas.openxmlformats.org/officeDocument/2006/relationships/tags" Target="../tags/tag296.xml"/><Relationship Id="rId33" Type="http://schemas.openxmlformats.org/officeDocument/2006/relationships/tags" Target="../tags/tag295.xml"/><Relationship Id="rId32" Type="http://schemas.openxmlformats.org/officeDocument/2006/relationships/tags" Target="../tags/tag294.xml"/><Relationship Id="rId31" Type="http://schemas.openxmlformats.org/officeDocument/2006/relationships/tags" Target="../tags/tag293.xml"/><Relationship Id="rId30" Type="http://schemas.openxmlformats.org/officeDocument/2006/relationships/tags" Target="../tags/tag292.xml"/><Relationship Id="rId3" Type="http://schemas.openxmlformats.org/officeDocument/2006/relationships/tags" Target="../tags/tag265.xml"/><Relationship Id="rId29" Type="http://schemas.openxmlformats.org/officeDocument/2006/relationships/tags" Target="../tags/tag291.xml"/><Relationship Id="rId28" Type="http://schemas.openxmlformats.org/officeDocument/2006/relationships/tags" Target="../tags/tag290.xml"/><Relationship Id="rId27" Type="http://schemas.openxmlformats.org/officeDocument/2006/relationships/tags" Target="../tags/tag289.xml"/><Relationship Id="rId26" Type="http://schemas.openxmlformats.org/officeDocument/2006/relationships/tags" Target="../tags/tag288.xml"/><Relationship Id="rId25" Type="http://schemas.openxmlformats.org/officeDocument/2006/relationships/tags" Target="../tags/tag287.xml"/><Relationship Id="rId24" Type="http://schemas.openxmlformats.org/officeDocument/2006/relationships/tags" Target="../tags/tag286.xml"/><Relationship Id="rId23" Type="http://schemas.openxmlformats.org/officeDocument/2006/relationships/tags" Target="../tags/tag285.xml"/><Relationship Id="rId22" Type="http://schemas.openxmlformats.org/officeDocument/2006/relationships/tags" Target="../tags/tag284.xml"/><Relationship Id="rId21" Type="http://schemas.openxmlformats.org/officeDocument/2006/relationships/tags" Target="../tags/tag283.xml"/><Relationship Id="rId20" Type="http://schemas.openxmlformats.org/officeDocument/2006/relationships/tags" Target="../tags/tag282.xml"/><Relationship Id="rId2" Type="http://schemas.openxmlformats.org/officeDocument/2006/relationships/tags" Target="../tags/tag264.xml"/><Relationship Id="rId19" Type="http://schemas.openxmlformats.org/officeDocument/2006/relationships/tags" Target="../tags/tag281.xml"/><Relationship Id="rId18" Type="http://schemas.openxmlformats.org/officeDocument/2006/relationships/tags" Target="../tags/tag280.xml"/><Relationship Id="rId17" Type="http://schemas.openxmlformats.org/officeDocument/2006/relationships/tags" Target="../tags/tag279.xml"/><Relationship Id="rId16" Type="http://schemas.openxmlformats.org/officeDocument/2006/relationships/tags" Target="../tags/tag278.xml"/><Relationship Id="rId15" Type="http://schemas.openxmlformats.org/officeDocument/2006/relationships/tags" Target="../tags/tag277.xml"/><Relationship Id="rId14" Type="http://schemas.openxmlformats.org/officeDocument/2006/relationships/tags" Target="../tags/tag276.xml"/><Relationship Id="rId13" Type="http://schemas.openxmlformats.org/officeDocument/2006/relationships/tags" Target="../tags/tag275.xml"/><Relationship Id="rId12" Type="http://schemas.openxmlformats.org/officeDocument/2006/relationships/tags" Target="../tags/tag274.xml"/><Relationship Id="rId11" Type="http://schemas.openxmlformats.org/officeDocument/2006/relationships/tags" Target="../tags/tag273.xml"/><Relationship Id="rId10" Type="http://schemas.openxmlformats.org/officeDocument/2006/relationships/tags" Target="../tags/tag272.xml"/><Relationship Id="rId1" Type="http://schemas.openxmlformats.org/officeDocument/2006/relationships/tags" Target="../tags/tag263.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tags" Target="../tags/tag302.xml"/><Relationship Id="rId1" Type="http://schemas.openxmlformats.org/officeDocument/2006/relationships/tags" Target="../tags/tag30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4" name="图片 3"/>
          <p:cNvPicPr>
            <a:picLocks noChangeAspect="1"/>
          </p:cNvPicPr>
          <p:nvPr/>
        </p:nvPicPr>
        <p:blipFill rotWithShape="1">
          <a:blip r:embed="rId1"/>
          <a:srcRect t="1662" r="4226" b="2716"/>
          <a:stretch>
            <a:fillRect/>
          </a:stretch>
        </p:blipFill>
        <p:spPr>
          <a:xfrm>
            <a:off x="0" y="0"/>
            <a:ext cx="12192000" cy="6866965"/>
          </a:xfrm>
          <a:prstGeom prst="rect">
            <a:avLst/>
          </a:prstGeom>
        </p:spPr>
      </p:pic>
      <p:sp>
        <p:nvSpPr>
          <p:cNvPr id="9" name="文本框 8"/>
          <p:cNvSpPr txBox="1"/>
          <p:nvPr/>
        </p:nvSpPr>
        <p:spPr>
          <a:xfrm>
            <a:off x="502297" y="1640045"/>
            <a:ext cx="11187405" cy="2399665"/>
          </a:xfrm>
          <a:prstGeom prst="rect">
            <a:avLst/>
          </a:prstGeom>
          <a:noFill/>
        </p:spPr>
        <p:txBody>
          <a:bodyPr wrap="square" rtlCol="0">
            <a:spAutoFit/>
          </a:bodyPr>
          <a:lstStyle/>
          <a:p>
            <a:pPr algn="ctr">
              <a:lnSpc>
                <a:spcPct val="150000"/>
              </a:lnSpc>
            </a:pPr>
            <a:r>
              <a:rPr lang="zh-CN" sz="5000" b="1" dirty="0">
                <a:solidFill>
                  <a:srgbClr val="FFFFFF"/>
                </a:solidFill>
                <a:latin typeface="微软雅黑" panose="020B0503020204020204" pitchFamily="34" charset="-122"/>
                <a:ea typeface="微软雅黑" panose="020B0503020204020204" pitchFamily="34" charset="-122"/>
              </a:rPr>
              <a:t>灾害信息员线上学习管理平台</a:t>
            </a:r>
            <a:br>
              <a:rPr lang="zh-CN" sz="5000" b="1" dirty="0">
                <a:solidFill>
                  <a:srgbClr val="FFFFFF"/>
                </a:solidFill>
                <a:latin typeface="微软雅黑" panose="020B0503020204020204" pitchFamily="34" charset="-122"/>
                <a:ea typeface="微软雅黑" panose="020B0503020204020204" pitchFamily="34" charset="-122"/>
              </a:rPr>
            </a:br>
            <a:r>
              <a:rPr lang="zh-CN" sz="5000" b="1" dirty="0">
                <a:solidFill>
                  <a:srgbClr val="FFFFFF"/>
                </a:solidFill>
                <a:latin typeface="微软雅黑" panose="020B0503020204020204" pitchFamily="34" charset="-122"/>
                <a:ea typeface="微软雅黑" panose="020B0503020204020204" pitchFamily="34" charset="-122"/>
              </a:rPr>
              <a:t>项目规划方案</a:t>
            </a:r>
            <a:endParaRPr lang="zh-CN" sz="5000" b="1" dirty="0">
              <a:solidFill>
                <a:srgbClr val="FFFFFF"/>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964025" y="5048569"/>
            <a:ext cx="6096000" cy="1014730"/>
          </a:xfrm>
          <a:prstGeom prst="rect">
            <a:avLst/>
          </a:prstGeom>
          <a:noFill/>
        </p:spPr>
        <p:txBody>
          <a:bodyPr wrap="square">
            <a:spAutoFit/>
          </a:bodyPr>
          <a:lstStyle/>
          <a:p>
            <a:pPr algn="ctr">
              <a:lnSpc>
                <a:spcPct val="150000"/>
              </a:lnSpc>
            </a:pPr>
            <a:r>
              <a:rPr lang="zh-CN" altLang="en-US" sz="2000" dirty="0">
                <a:solidFill>
                  <a:srgbClr val="FFFFFF"/>
                </a:solidFill>
                <a:latin typeface="微软雅黑" panose="020B0503020204020204" pitchFamily="34" charset="-122"/>
                <a:ea typeface="微软雅黑" panose="020B0503020204020204" pitchFamily="34" charset="-122"/>
              </a:rPr>
              <a:t>深圳市华毓科技有限公司</a:t>
            </a:r>
            <a:endParaRPr lang="en-US" altLang="zh-CN" sz="2000" dirty="0">
              <a:solidFill>
                <a:srgbClr val="FFFFFF"/>
              </a:solidFill>
              <a:latin typeface="微软雅黑" panose="020B0503020204020204" pitchFamily="34" charset="-122"/>
              <a:ea typeface="微软雅黑" panose="020B0503020204020204" pitchFamily="34" charset="-122"/>
            </a:endParaRPr>
          </a:p>
          <a:p>
            <a:pPr algn="ctr">
              <a:lnSpc>
                <a:spcPct val="150000"/>
              </a:lnSpc>
            </a:pPr>
            <a:r>
              <a:rPr lang="en-US" altLang="zh-CN" sz="2000" dirty="0">
                <a:solidFill>
                  <a:srgbClr val="FFFFFF"/>
                </a:solidFill>
                <a:latin typeface="微软雅黑" panose="020B0503020204020204" pitchFamily="34" charset="-122"/>
                <a:ea typeface="微软雅黑" panose="020B0503020204020204" pitchFamily="34" charset="-122"/>
              </a:rPr>
              <a:t>2023</a:t>
            </a:r>
            <a:r>
              <a:rPr lang="zh-CN" altLang="en-US" sz="2000" dirty="0">
                <a:solidFill>
                  <a:srgbClr val="FFFFFF"/>
                </a:solidFill>
                <a:latin typeface="微软雅黑" panose="020B0503020204020204" pitchFamily="34" charset="-122"/>
                <a:ea typeface="微软雅黑" panose="020B0503020204020204" pitchFamily="34" charset="-122"/>
              </a:rPr>
              <a:t>年</a:t>
            </a:r>
            <a:r>
              <a:rPr lang="en-US" altLang="zh-CN" sz="2000" dirty="0">
                <a:solidFill>
                  <a:srgbClr val="FFFFFF"/>
                </a:solidFill>
                <a:latin typeface="微软雅黑" panose="020B0503020204020204" pitchFamily="34" charset="-122"/>
                <a:ea typeface="微软雅黑" panose="020B0503020204020204" pitchFamily="34" charset="-122"/>
              </a:rPr>
              <a:t>10</a:t>
            </a:r>
            <a:r>
              <a:rPr lang="zh-CN" altLang="en-US" sz="2000" dirty="0">
                <a:solidFill>
                  <a:srgbClr val="FFFFFF"/>
                </a:solidFill>
                <a:latin typeface="微软雅黑" panose="020B0503020204020204" pitchFamily="34" charset="-122"/>
                <a:ea typeface="微软雅黑" panose="020B0503020204020204" pitchFamily="34" charset="-122"/>
              </a:rPr>
              <a:t>月</a:t>
            </a:r>
            <a:r>
              <a:rPr lang="en-US" altLang="zh-CN" sz="2000" dirty="0">
                <a:solidFill>
                  <a:srgbClr val="FFFFFF"/>
                </a:solidFill>
                <a:latin typeface="微软雅黑" panose="020B0503020204020204" pitchFamily="34" charset="-122"/>
                <a:ea typeface="微软雅黑" panose="020B0503020204020204" pitchFamily="34" charset="-122"/>
              </a:rPr>
              <a:t>17</a:t>
            </a:r>
            <a:r>
              <a:rPr lang="zh-CN" altLang="en-US" sz="2000" dirty="0">
                <a:solidFill>
                  <a:srgbClr val="FFFFFF"/>
                </a:solidFill>
                <a:latin typeface="微软雅黑" panose="020B0503020204020204" pitchFamily="34" charset="-122"/>
                <a:ea typeface="微软雅黑" panose="020B0503020204020204" pitchFamily="34" charset="-122"/>
              </a:rPr>
              <a:t>日</a:t>
            </a:r>
            <a:endParaRPr lang="en-US" altLang="zh-CN" sz="20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4FC"/>
        </a:solidFill>
        <a:effectLst/>
      </p:bgPr>
    </p:bg>
    <p:spTree>
      <p:nvGrpSpPr>
        <p:cNvPr id="1" name=""/>
        <p:cNvGrpSpPr/>
        <p:nvPr/>
      </p:nvGrpSpPr>
      <p:grpSpPr>
        <a:xfrm>
          <a:off x="0" y="0"/>
          <a:ext cx="0" cy="0"/>
          <a:chOff x="0" y="0"/>
          <a:chExt cx="0" cy="0"/>
        </a:xfrm>
      </p:grpSpPr>
      <p:sp>
        <p:nvSpPr>
          <p:cNvPr id="26" name="矩形 25"/>
          <p:cNvSpPr/>
          <p:nvPr/>
        </p:nvSpPr>
        <p:spPr>
          <a:xfrm>
            <a:off x="-8890" y="11430"/>
            <a:ext cx="4323715" cy="68503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 name="图片 3"/>
          <p:cNvPicPr>
            <a:picLocks noChangeAspect="1"/>
          </p:cNvPicPr>
          <p:nvPr/>
        </p:nvPicPr>
        <p:blipFill>
          <a:blip r:embed="rId1"/>
          <a:stretch>
            <a:fillRect/>
          </a:stretch>
        </p:blipFill>
        <p:spPr>
          <a:xfrm flipH="1">
            <a:off x="4795520" y="1195070"/>
            <a:ext cx="6930390" cy="4906010"/>
          </a:xfrm>
          <a:prstGeom prst="rect">
            <a:avLst/>
          </a:prstGeom>
        </p:spPr>
      </p:pic>
      <p:sp>
        <p:nvSpPr>
          <p:cNvPr id="10" name="文本框 9"/>
          <p:cNvSpPr txBox="1"/>
          <p:nvPr/>
        </p:nvSpPr>
        <p:spPr>
          <a:xfrm>
            <a:off x="822383" y="611320"/>
            <a:ext cx="1200410" cy="583565"/>
          </a:xfrm>
          <a:prstGeom prst="rect">
            <a:avLst/>
          </a:prstGeom>
          <a:noFill/>
        </p:spPr>
        <p:txBody>
          <a:bodyPr wrap="square" rtlCol="0">
            <a:spAutoFit/>
          </a:bodyPr>
          <a:lstStyle/>
          <a:p>
            <a:r>
              <a:rPr lang="zh-CN" altLang="en-US" sz="3200" b="1" spc="180" dirty="0">
                <a:solidFill>
                  <a:srgbClr val="0057D5"/>
                </a:solidFill>
                <a:uFillTx/>
                <a:latin typeface="微软雅黑" panose="020B0503020204020204" pitchFamily="34" charset="-122"/>
                <a:ea typeface="微软雅黑" panose="020B0503020204020204" pitchFamily="34" charset="-122"/>
              </a:rPr>
              <a:t>目 录</a:t>
            </a:r>
            <a:endParaRPr lang="zh-CN" altLang="en-US" sz="3200" b="1" spc="180" dirty="0">
              <a:solidFill>
                <a:srgbClr val="0057D5"/>
              </a:solidFill>
              <a:uFillTx/>
              <a:latin typeface="微软雅黑" panose="020B0503020204020204" pitchFamily="34" charset="-122"/>
              <a:ea typeface="微软雅黑" panose="020B0503020204020204" pitchFamily="34" charset="-122"/>
            </a:endParaRPr>
          </a:p>
        </p:txBody>
      </p:sp>
      <p:grpSp>
        <p:nvGrpSpPr>
          <p:cNvPr id="22" name="组合 21"/>
          <p:cNvGrpSpPr/>
          <p:nvPr/>
        </p:nvGrpSpPr>
        <p:grpSpPr>
          <a:xfrm>
            <a:off x="951865" y="2190115"/>
            <a:ext cx="2137410" cy="460375"/>
            <a:chOff x="1457" y="2954"/>
            <a:chExt cx="3366" cy="725"/>
          </a:xfrm>
        </p:grpSpPr>
        <p:sp>
          <p:nvSpPr>
            <p:cNvPr id="27" name="文本框 26"/>
            <p:cNvSpPr txBox="1"/>
            <p:nvPr/>
          </p:nvSpPr>
          <p:spPr>
            <a:xfrm>
              <a:off x="2278" y="2954"/>
              <a:ext cx="2545" cy="725"/>
            </a:xfrm>
            <a:prstGeom prst="rect">
              <a:avLst/>
            </a:prstGeom>
            <a:noFill/>
          </p:spPr>
          <p:txBody>
            <a:bodyPr wrap="square">
              <a:spAutoFit/>
            </a:bodyPr>
            <a:lstStyle/>
            <a:p>
              <a:pPr>
                <a:lnSpc>
                  <a:spcPct val="120000"/>
                </a:lnSpc>
              </a:pP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项目背景</a:t>
              </a:r>
              <a:endParaRPr lang="zh-CN" altLang="en-US" sz="2000" dirty="0">
                <a:uFillTx/>
                <a:latin typeface="微软雅黑" panose="020B0503020204020204" pitchFamily="34" charset="-122"/>
                <a:ea typeface="微软雅黑" panose="020B0503020204020204" pitchFamily="34" charset="-122"/>
              </a:endParaRPr>
            </a:p>
          </p:txBody>
        </p:sp>
        <p:grpSp>
          <p:nvGrpSpPr>
            <p:cNvPr id="6" name="组合 5"/>
            <p:cNvGrpSpPr/>
            <p:nvPr/>
          </p:nvGrpSpPr>
          <p:grpSpPr>
            <a:xfrm>
              <a:off x="1457" y="3112"/>
              <a:ext cx="407" cy="407"/>
              <a:chOff x="2241117" y="2419041"/>
              <a:chExt cx="320001" cy="320001"/>
            </a:xfrm>
          </p:grpSpPr>
          <p:sp>
            <p:nvSpPr>
              <p:cNvPr id="28" name="任意多边形: 形状 102"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2241117" y="2419041"/>
                <a:ext cx="150000" cy="150000"/>
              </a:xfrm>
              <a:custGeom>
                <a:avLst/>
                <a:gdLst>
                  <a:gd name="connsiteX0" fmla="*/ 148828 w 558105"/>
                  <a:gd name="connsiteY0" fmla="*/ 0 h 558105"/>
                  <a:gd name="connsiteX1" fmla="*/ 409277 w 558105"/>
                  <a:gd name="connsiteY1" fmla="*/ 0 h 558105"/>
                  <a:gd name="connsiteX2" fmla="*/ 558106 w 558105"/>
                  <a:gd name="connsiteY2" fmla="*/ 148828 h 558105"/>
                  <a:gd name="connsiteX3" fmla="*/ 558106 w 558105"/>
                  <a:gd name="connsiteY3" fmla="*/ 409277 h 558105"/>
                  <a:gd name="connsiteX4" fmla="*/ 409277 w 558105"/>
                  <a:gd name="connsiteY4" fmla="*/ 558106 h 558105"/>
                  <a:gd name="connsiteX5" fmla="*/ 148828 w 558105"/>
                  <a:gd name="connsiteY5" fmla="*/ 558106 h 558105"/>
                  <a:gd name="connsiteX6" fmla="*/ 0 w 558105"/>
                  <a:gd name="connsiteY6" fmla="*/ 409277 h 558105"/>
                  <a:gd name="connsiteX7" fmla="*/ 0 w 558105"/>
                  <a:gd name="connsiteY7" fmla="*/ 148828 h 558105"/>
                  <a:gd name="connsiteX8" fmla="*/ 148828 w 558105"/>
                  <a:gd name="connsiteY8" fmla="*/ 0 h 55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8105" h="558105">
                    <a:moveTo>
                      <a:pt x="148828" y="0"/>
                    </a:moveTo>
                    <a:lnTo>
                      <a:pt x="409277" y="0"/>
                    </a:lnTo>
                    <a:cubicBezTo>
                      <a:pt x="491471" y="0"/>
                      <a:pt x="558106" y="66634"/>
                      <a:pt x="558106" y="148828"/>
                    </a:cubicBezTo>
                    <a:lnTo>
                      <a:pt x="558106" y="409277"/>
                    </a:lnTo>
                    <a:cubicBezTo>
                      <a:pt x="558106" y="491471"/>
                      <a:pt x="491471" y="558106"/>
                      <a:pt x="409277" y="558106"/>
                    </a:cubicBezTo>
                    <a:lnTo>
                      <a:pt x="148828" y="558106"/>
                    </a:lnTo>
                    <a:cubicBezTo>
                      <a:pt x="66634" y="558106"/>
                      <a:pt x="0" y="491471"/>
                      <a:pt x="0" y="409277"/>
                    </a:cubicBezTo>
                    <a:lnTo>
                      <a:pt x="0" y="148828"/>
                    </a:lnTo>
                    <a:cubicBezTo>
                      <a:pt x="0" y="66634"/>
                      <a:pt x="66634" y="0"/>
                      <a:pt x="148828" y="0"/>
                    </a:cubicBezTo>
                    <a:close/>
                  </a:path>
                </a:pathLst>
              </a:custGeom>
              <a:solidFill>
                <a:srgbClr val="0057D4"/>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9" name="任意多边形: 形状 103"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2411118" y="2419041"/>
                <a:ext cx="150000" cy="150000"/>
              </a:xfrm>
              <a:custGeom>
                <a:avLst/>
                <a:gdLst>
                  <a:gd name="connsiteX0" fmla="*/ 148828 w 558105"/>
                  <a:gd name="connsiteY0" fmla="*/ 0 h 558105"/>
                  <a:gd name="connsiteX1" fmla="*/ 409277 w 558105"/>
                  <a:gd name="connsiteY1" fmla="*/ 0 h 558105"/>
                  <a:gd name="connsiteX2" fmla="*/ 558106 w 558105"/>
                  <a:gd name="connsiteY2" fmla="*/ 148828 h 558105"/>
                  <a:gd name="connsiteX3" fmla="*/ 558106 w 558105"/>
                  <a:gd name="connsiteY3" fmla="*/ 409277 h 558105"/>
                  <a:gd name="connsiteX4" fmla="*/ 409277 w 558105"/>
                  <a:gd name="connsiteY4" fmla="*/ 558106 h 558105"/>
                  <a:gd name="connsiteX5" fmla="*/ 148828 w 558105"/>
                  <a:gd name="connsiteY5" fmla="*/ 558106 h 558105"/>
                  <a:gd name="connsiteX6" fmla="*/ 0 w 558105"/>
                  <a:gd name="connsiteY6" fmla="*/ 409277 h 558105"/>
                  <a:gd name="connsiteX7" fmla="*/ 0 w 558105"/>
                  <a:gd name="connsiteY7" fmla="*/ 148828 h 558105"/>
                  <a:gd name="connsiteX8" fmla="*/ 148828 w 558105"/>
                  <a:gd name="connsiteY8" fmla="*/ 0 h 55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8105" h="558105">
                    <a:moveTo>
                      <a:pt x="148828" y="0"/>
                    </a:moveTo>
                    <a:lnTo>
                      <a:pt x="409277" y="0"/>
                    </a:lnTo>
                    <a:cubicBezTo>
                      <a:pt x="491475" y="0"/>
                      <a:pt x="558106" y="66634"/>
                      <a:pt x="558106" y="148828"/>
                    </a:cubicBezTo>
                    <a:lnTo>
                      <a:pt x="558106" y="409277"/>
                    </a:lnTo>
                    <a:cubicBezTo>
                      <a:pt x="558106" y="491471"/>
                      <a:pt x="491475" y="558106"/>
                      <a:pt x="409277" y="558106"/>
                    </a:cubicBezTo>
                    <a:lnTo>
                      <a:pt x="148828" y="558106"/>
                    </a:lnTo>
                    <a:cubicBezTo>
                      <a:pt x="66630" y="558106"/>
                      <a:pt x="0" y="491471"/>
                      <a:pt x="0" y="409277"/>
                    </a:cubicBezTo>
                    <a:lnTo>
                      <a:pt x="0" y="148828"/>
                    </a:lnTo>
                    <a:cubicBezTo>
                      <a:pt x="0" y="66634"/>
                      <a:pt x="66630" y="0"/>
                      <a:pt x="148828" y="0"/>
                    </a:cubicBezTo>
                    <a:close/>
                  </a:path>
                </a:pathLst>
              </a:custGeom>
              <a:solidFill>
                <a:schemeClr val="accent1">
                  <a:lumMod val="20000"/>
                  <a:lumOff val="80000"/>
                </a:schemeClr>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0" name="任意多边形: 形状 104"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2241117" y="2589042"/>
                <a:ext cx="320001" cy="150000"/>
              </a:xfrm>
              <a:custGeom>
                <a:avLst/>
                <a:gdLst>
                  <a:gd name="connsiteX0" fmla="*/ 148828 w 1190625"/>
                  <a:gd name="connsiteY0" fmla="*/ 0 h 558105"/>
                  <a:gd name="connsiteX1" fmla="*/ 409277 w 1190625"/>
                  <a:gd name="connsiteY1" fmla="*/ 0 h 558105"/>
                  <a:gd name="connsiteX2" fmla="*/ 558106 w 1190625"/>
                  <a:gd name="connsiteY2" fmla="*/ 148828 h 558105"/>
                  <a:gd name="connsiteX3" fmla="*/ 558106 w 1190625"/>
                  <a:gd name="connsiteY3" fmla="*/ 409277 h 558105"/>
                  <a:gd name="connsiteX4" fmla="*/ 409277 w 1190625"/>
                  <a:gd name="connsiteY4" fmla="*/ 558106 h 558105"/>
                  <a:gd name="connsiteX5" fmla="*/ 148828 w 1190625"/>
                  <a:gd name="connsiteY5" fmla="*/ 558106 h 558105"/>
                  <a:gd name="connsiteX6" fmla="*/ 0 w 1190625"/>
                  <a:gd name="connsiteY6" fmla="*/ 409277 h 558105"/>
                  <a:gd name="connsiteX7" fmla="*/ 0 w 1190625"/>
                  <a:gd name="connsiteY7" fmla="*/ 148828 h 558105"/>
                  <a:gd name="connsiteX8" fmla="*/ 148828 w 1190625"/>
                  <a:gd name="connsiteY8" fmla="*/ 0 h 558105"/>
                  <a:gd name="connsiteX9" fmla="*/ 781348 w 1190625"/>
                  <a:gd name="connsiteY9" fmla="*/ 0 h 558105"/>
                  <a:gd name="connsiteX10" fmla="*/ 1041797 w 1190625"/>
                  <a:gd name="connsiteY10" fmla="*/ 0 h 558105"/>
                  <a:gd name="connsiteX11" fmla="*/ 1190625 w 1190625"/>
                  <a:gd name="connsiteY11" fmla="*/ 148828 h 558105"/>
                  <a:gd name="connsiteX12" fmla="*/ 1190625 w 1190625"/>
                  <a:gd name="connsiteY12" fmla="*/ 409277 h 558105"/>
                  <a:gd name="connsiteX13" fmla="*/ 1041797 w 1190625"/>
                  <a:gd name="connsiteY13" fmla="*/ 558106 h 558105"/>
                  <a:gd name="connsiteX14" fmla="*/ 781348 w 1190625"/>
                  <a:gd name="connsiteY14" fmla="*/ 558106 h 558105"/>
                  <a:gd name="connsiteX15" fmla="*/ 632520 w 1190625"/>
                  <a:gd name="connsiteY15" fmla="*/ 409277 h 558105"/>
                  <a:gd name="connsiteX16" fmla="*/ 632520 w 1190625"/>
                  <a:gd name="connsiteY16" fmla="*/ 148828 h 558105"/>
                  <a:gd name="connsiteX17" fmla="*/ 781348 w 1190625"/>
                  <a:gd name="connsiteY17" fmla="*/ 0 h 55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0625" h="558105">
                    <a:moveTo>
                      <a:pt x="148828" y="0"/>
                    </a:moveTo>
                    <a:lnTo>
                      <a:pt x="409277" y="0"/>
                    </a:lnTo>
                    <a:cubicBezTo>
                      <a:pt x="491471" y="0"/>
                      <a:pt x="558106" y="66630"/>
                      <a:pt x="558106" y="148828"/>
                    </a:cubicBezTo>
                    <a:lnTo>
                      <a:pt x="558106" y="409277"/>
                    </a:lnTo>
                    <a:cubicBezTo>
                      <a:pt x="558106" y="491475"/>
                      <a:pt x="491471" y="558106"/>
                      <a:pt x="409277" y="558106"/>
                    </a:cubicBezTo>
                    <a:lnTo>
                      <a:pt x="148828" y="558106"/>
                    </a:lnTo>
                    <a:cubicBezTo>
                      <a:pt x="66634" y="558106"/>
                      <a:pt x="0" y="491475"/>
                      <a:pt x="0" y="409277"/>
                    </a:cubicBezTo>
                    <a:lnTo>
                      <a:pt x="0" y="148828"/>
                    </a:lnTo>
                    <a:cubicBezTo>
                      <a:pt x="0" y="66630"/>
                      <a:pt x="66634" y="0"/>
                      <a:pt x="148828" y="0"/>
                    </a:cubicBezTo>
                    <a:close/>
                    <a:moveTo>
                      <a:pt x="781348" y="0"/>
                    </a:moveTo>
                    <a:lnTo>
                      <a:pt x="1041797" y="0"/>
                    </a:lnTo>
                    <a:cubicBezTo>
                      <a:pt x="1123995" y="0"/>
                      <a:pt x="1190625" y="66630"/>
                      <a:pt x="1190625" y="148828"/>
                    </a:cubicBezTo>
                    <a:lnTo>
                      <a:pt x="1190625" y="409277"/>
                    </a:lnTo>
                    <a:cubicBezTo>
                      <a:pt x="1190625" y="491475"/>
                      <a:pt x="1123995" y="558106"/>
                      <a:pt x="1041797" y="558106"/>
                    </a:cubicBezTo>
                    <a:lnTo>
                      <a:pt x="781348" y="558106"/>
                    </a:lnTo>
                    <a:cubicBezTo>
                      <a:pt x="699150" y="558106"/>
                      <a:pt x="632520" y="491475"/>
                      <a:pt x="632520" y="409277"/>
                    </a:cubicBezTo>
                    <a:lnTo>
                      <a:pt x="632520" y="148828"/>
                    </a:lnTo>
                    <a:cubicBezTo>
                      <a:pt x="632520" y="66630"/>
                      <a:pt x="699150" y="0"/>
                      <a:pt x="781348" y="0"/>
                    </a:cubicBezTo>
                    <a:close/>
                  </a:path>
                </a:pathLst>
              </a:custGeom>
              <a:solidFill>
                <a:srgbClr val="0057D4"/>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grpSp>
        <p:nvGrpSpPr>
          <p:cNvPr id="21" name="组合 20"/>
          <p:cNvGrpSpPr/>
          <p:nvPr/>
        </p:nvGrpSpPr>
        <p:grpSpPr>
          <a:xfrm>
            <a:off x="951865" y="3025140"/>
            <a:ext cx="2233295" cy="460375"/>
            <a:chOff x="1439" y="4020"/>
            <a:chExt cx="3517" cy="725"/>
          </a:xfrm>
        </p:grpSpPr>
        <p:sp>
          <p:nvSpPr>
            <p:cNvPr id="32" name="文本框 31"/>
            <p:cNvSpPr txBox="1"/>
            <p:nvPr/>
          </p:nvSpPr>
          <p:spPr>
            <a:xfrm>
              <a:off x="2256" y="4020"/>
              <a:ext cx="2700" cy="725"/>
            </a:xfrm>
            <a:prstGeom prst="rect">
              <a:avLst/>
            </a:prstGeom>
            <a:noFill/>
          </p:spPr>
          <p:txBody>
            <a:bodyPr wrap="square">
              <a:spAutoFit/>
            </a:bodyPr>
            <a:lstStyle/>
            <a:p>
              <a:pPr>
                <a:lnSpc>
                  <a:spcPct val="120000"/>
                </a:lnSpc>
              </a:pP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需求分析</a:t>
              </a:r>
              <a:endParaRPr lang="zh-CN" altLang="en-US" sz="20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1439" y="4161"/>
              <a:ext cx="444" cy="444"/>
              <a:chOff x="4614679" y="2376537"/>
              <a:chExt cx="352424" cy="352555"/>
            </a:xfrm>
          </p:grpSpPr>
          <p:sp>
            <p:nvSpPr>
              <p:cNvPr id="36" name="任意多边形: 形状 85"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4774614" y="2376537"/>
                <a:ext cx="192489" cy="192530"/>
              </a:xfrm>
              <a:custGeom>
                <a:avLst/>
                <a:gdLst>
                  <a:gd name="connsiteX0" fmla="*/ 0 w 556914"/>
                  <a:gd name="connsiteY0" fmla="*/ 0 h 557030"/>
                  <a:gd name="connsiteX1" fmla="*/ 556915 w 556914"/>
                  <a:gd name="connsiteY1" fmla="*/ 556904 h 557030"/>
                  <a:gd name="connsiteX2" fmla="*/ 556915 w 556914"/>
                  <a:gd name="connsiteY2" fmla="*/ 556911 h 557030"/>
                  <a:gd name="connsiteX3" fmla="*/ 0 w 556914"/>
                  <a:gd name="connsiteY3" fmla="*/ 556911 h 557030"/>
                  <a:gd name="connsiteX4" fmla="*/ 0 w 556914"/>
                  <a:gd name="connsiteY4" fmla="*/ 0 h 557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914" h="557030">
                    <a:moveTo>
                      <a:pt x="0" y="0"/>
                    </a:moveTo>
                    <a:cubicBezTo>
                      <a:pt x="307572" y="0"/>
                      <a:pt x="556911" y="249332"/>
                      <a:pt x="556915" y="556904"/>
                    </a:cubicBezTo>
                    <a:lnTo>
                      <a:pt x="556915" y="556911"/>
                    </a:lnTo>
                    <a:cubicBezTo>
                      <a:pt x="431791" y="557179"/>
                      <a:pt x="0" y="556911"/>
                      <a:pt x="0" y="556911"/>
                    </a:cubicBezTo>
                    <a:lnTo>
                      <a:pt x="0" y="0"/>
                    </a:lnTo>
                    <a:close/>
                  </a:path>
                </a:pathLst>
              </a:custGeom>
              <a:solidFill>
                <a:schemeClr val="accent1">
                  <a:lumMod val="20000"/>
                  <a:lumOff val="80000"/>
                </a:schemeClr>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7" name="任意多边形: 形状 87"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4614679" y="2405361"/>
                <a:ext cx="323731" cy="323731"/>
              </a:xfrm>
              <a:custGeom>
                <a:avLst/>
                <a:gdLst>
                  <a:gd name="connsiteX0" fmla="*/ 936624 w 936623"/>
                  <a:gd name="connsiteY0" fmla="*/ 468105 h 936623"/>
                  <a:gd name="connsiteX1" fmla="*/ 468518 w 936623"/>
                  <a:gd name="connsiteY1" fmla="*/ 936624 h 936623"/>
                  <a:gd name="connsiteX2" fmla="*/ 0 w 936623"/>
                  <a:gd name="connsiteY2" fmla="*/ 468518 h 936623"/>
                  <a:gd name="connsiteX3" fmla="*/ 468102 w 936623"/>
                  <a:gd name="connsiteY3" fmla="*/ 0 h 936623"/>
                  <a:gd name="connsiteX4" fmla="*/ 468518 w 936623"/>
                  <a:gd name="connsiteY4" fmla="*/ 0 h 936623"/>
                  <a:gd name="connsiteX5" fmla="*/ 468518 w 936623"/>
                  <a:gd name="connsiteY5" fmla="*/ 468105 h 936623"/>
                  <a:gd name="connsiteX6" fmla="*/ 936624 w 936623"/>
                  <a:gd name="connsiteY6" fmla="*/ 468105 h 93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6623" h="936623">
                    <a:moveTo>
                      <a:pt x="936624" y="468105"/>
                    </a:moveTo>
                    <a:cubicBezTo>
                      <a:pt x="936735" y="726746"/>
                      <a:pt x="727159" y="936508"/>
                      <a:pt x="468518" y="936624"/>
                    </a:cubicBezTo>
                    <a:cubicBezTo>
                      <a:pt x="209877" y="936735"/>
                      <a:pt x="115" y="727159"/>
                      <a:pt x="0" y="468518"/>
                    </a:cubicBezTo>
                    <a:cubicBezTo>
                      <a:pt x="-115" y="209877"/>
                      <a:pt x="209461" y="115"/>
                      <a:pt x="468102" y="0"/>
                    </a:cubicBezTo>
                    <a:lnTo>
                      <a:pt x="468518" y="0"/>
                    </a:lnTo>
                    <a:cubicBezTo>
                      <a:pt x="468660" y="156642"/>
                      <a:pt x="468518" y="468105"/>
                      <a:pt x="468518" y="468105"/>
                    </a:cubicBezTo>
                    <a:lnTo>
                      <a:pt x="936624" y="468105"/>
                    </a:lnTo>
                    <a:close/>
                  </a:path>
                </a:pathLst>
              </a:custGeom>
              <a:solidFill>
                <a:srgbClr val="0057D4"/>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grpSp>
        <p:nvGrpSpPr>
          <p:cNvPr id="9" name="组合 8"/>
          <p:cNvGrpSpPr/>
          <p:nvPr/>
        </p:nvGrpSpPr>
        <p:grpSpPr>
          <a:xfrm>
            <a:off x="952500" y="4695190"/>
            <a:ext cx="2260600" cy="460375"/>
            <a:chOff x="1391" y="5966"/>
            <a:chExt cx="3560" cy="725"/>
          </a:xfrm>
        </p:grpSpPr>
        <p:sp>
          <p:nvSpPr>
            <p:cNvPr id="39" name="文本框 38"/>
            <p:cNvSpPr txBox="1"/>
            <p:nvPr/>
          </p:nvSpPr>
          <p:spPr>
            <a:xfrm>
              <a:off x="2251" y="5966"/>
              <a:ext cx="2700" cy="725"/>
            </a:xfrm>
            <a:prstGeom prst="rect">
              <a:avLst/>
            </a:prstGeom>
            <a:noFill/>
          </p:spPr>
          <p:txBody>
            <a:bodyPr wrap="square">
              <a:spAutoFit/>
            </a:bodyPr>
            <a:lstStyle/>
            <a:p>
              <a:pPr>
                <a:lnSpc>
                  <a:spcPct val="120000"/>
                </a:lnSpc>
              </a:pP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分项设计</a:t>
              </a:r>
              <a:endParaRPr lang="zh-CN" altLang="en-US" sz="2000"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1391" y="6059"/>
              <a:ext cx="539" cy="539"/>
              <a:chOff x="6891647" y="2327999"/>
              <a:chExt cx="451507" cy="451507"/>
            </a:xfrm>
          </p:grpSpPr>
          <p:sp>
            <p:nvSpPr>
              <p:cNvPr id="42" name="任意多边形: 形状 96"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6891647" y="2327999"/>
                <a:ext cx="371507" cy="371507"/>
              </a:xfrm>
              <a:custGeom>
                <a:avLst/>
                <a:gdLst>
                  <a:gd name="connsiteX0" fmla="*/ 148828 w 892968"/>
                  <a:gd name="connsiteY0" fmla="*/ 0 h 892968"/>
                  <a:gd name="connsiteX1" fmla="*/ 744141 w 892968"/>
                  <a:gd name="connsiteY1" fmla="*/ 0 h 892968"/>
                  <a:gd name="connsiteX2" fmla="*/ 892969 w 892968"/>
                  <a:gd name="connsiteY2" fmla="*/ 148828 h 892968"/>
                  <a:gd name="connsiteX3" fmla="*/ 892969 w 892968"/>
                  <a:gd name="connsiteY3" fmla="*/ 744141 h 892968"/>
                  <a:gd name="connsiteX4" fmla="*/ 744141 w 892968"/>
                  <a:gd name="connsiteY4" fmla="*/ 892969 h 892968"/>
                  <a:gd name="connsiteX5" fmla="*/ 148828 w 892968"/>
                  <a:gd name="connsiteY5" fmla="*/ 892969 h 892968"/>
                  <a:gd name="connsiteX6" fmla="*/ 0 w 892968"/>
                  <a:gd name="connsiteY6" fmla="*/ 744141 h 892968"/>
                  <a:gd name="connsiteX7" fmla="*/ 0 w 892968"/>
                  <a:gd name="connsiteY7" fmla="*/ 148828 h 892968"/>
                  <a:gd name="connsiteX8" fmla="*/ 148828 w 892968"/>
                  <a:gd name="connsiteY8" fmla="*/ 0 h 892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2968" h="892968">
                    <a:moveTo>
                      <a:pt x="148828" y="0"/>
                    </a:moveTo>
                    <a:lnTo>
                      <a:pt x="744141" y="0"/>
                    </a:lnTo>
                    <a:cubicBezTo>
                      <a:pt x="826338" y="0"/>
                      <a:pt x="892969" y="66634"/>
                      <a:pt x="892969" y="148828"/>
                    </a:cubicBezTo>
                    <a:lnTo>
                      <a:pt x="892969" y="744141"/>
                    </a:lnTo>
                    <a:cubicBezTo>
                      <a:pt x="892969" y="826338"/>
                      <a:pt x="826338" y="892969"/>
                      <a:pt x="744141" y="892969"/>
                    </a:cubicBezTo>
                    <a:lnTo>
                      <a:pt x="148828" y="892969"/>
                    </a:lnTo>
                    <a:cubicBezTo>
                      <a:pt x="66634" y="892969"/>
                      <a:pt x="0" y="826338"/>
                      <a:pt x="0" y="744141"/>
                    </a:cubicBezTo>
                    <a:lnTo>
                      <a:pt x="0" y="148828"/>
                    </a:lnTo>
                    <a:cubicBezTo>
                      <a:pt x="0" y="66634"/>
                      <a:pt x="66634" y="0"/>
                      <a:pt x="148828" y="0"/>
                    </a:cubicBezTo>
                    <a:close/>
                  </a:path>
                </a:pathLst>
              </a:custGeom>
              <a:solidFill>
                <a:schemeClr val="accent1">
                  <a:lumMod val="20000"/>
                  <a:lumOff val="80000"/>
                </a:schemeClr>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endParaRPr>
              </a:p>
            </p:txBody>
          </p:sp>
          <p:sp>
            <p:nvSpPr>
              <p:cNvPr id="43" name="任意多边形: 形状 97"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6971647" y="2407999"/>
                <a:ext cx="371507" cy="371507"/>
              </a:xfrm>
              <a:custGeom>
                <a:avLst/>
                <a:gdLst>
                  <a:gd name="connsiteX0" fmla="*/ 148828 w 892968"/>
                  <a:gd name="connsiteY0" fmla="*/ 0 h 892968"/>
                  <a:gd name="connsiteX1" fmla="*/ 744141 w 892968"/>
                  <a:gd name="connsiteY1" fmla="*/ 0 h 892968"/>
                  <a:gd name="connsiteX2" fmla="*/ 892969 w 892968"/>
                  <a:gd name="connsiteY2" fmla="*/ 148828 h 892968"/>
                  <a:gd name="connsiteX3" fmla="*/ 892969 w 892968"/>
                  <a:gd name="connsiteY3" fmla="*/ 744141 h 892968"/>
                  <a:gd name="connsiteX4" fmla="*/ 744141 w 892968"/>
                  <a:gd name="connsiteY4" fmla="*/ 892969 h 892968"/>
                  <a:gd name="connsiteX5" fmla="*/ 148828 w 892968"/>
                  <a:gd name="connsiteY5" fmla="*/ 892969 h 892968"/>
                  <a:gd name="connsiteX6" fmla="*/ 0 w 892968"/>
                  <a:gd name="connsiteY6" fmla="*/ 744141 h 892968"/>
                  <a:gd name="connsiteX7" fmla="*/ 0 w 892968"/>
                  <a:gd name="connsiteY7" fmla="*/ 148828 h 892968"/>
                  <a:gd name="connsiteX8" fmla="*/ 148828 w 892968"/>
                  <a:gd name="connsiteY8" fmla="*/ 0 h 892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2968" h="892968">
                    <a:moveTo>
                      <a:pt x="148828" y="0"/>
                    </a:moveTo>
                    <a:lnTo>
                      <a:pt x="744141" y="0"/>
                    </a:lnTo>
                    <a:cubicBezTo>
                      <a:pt x="826338" y="0"/>
                      <a:pt x="892969" y="66634"/>
                      <a:pt x="892969" y="148828"/>
                    </a:cubicBezTo>
                    <a:lnTo>
                      <a:pt x="892969" y="744141"/>
                    </a:lnTo>
                    <a:cubicBezTo>
                      <a:pt x="892969" y="826338"/>
                      <a:pt x="826338" y="892969"/>
                      <a:pt x="744141" y="892969"/>
                    </a:cubicBezTo>
                    <a:lnTo>
                      <a:pt x="148828" y="892969"/>
                    </a:lnTo>
                    <a:cubicBezTo>
                      <a:pt x="66634" y="892969"/>
                      <a:pt x="0" y="826338"/>
                      <a:pt x="0" y="744141"/>
                    </a:cubicBezTo>
                    <a:lnTo>
                      <a:pt x="0" y="148828"/>
                    </a:lnTo>
                    <a:cubicBezTo>
                      <a:pt x="0" y="66634"/>
                      <a:pt x="66634" y="0"/>
                      <a:pt x="148828" y="0"/>
                    </a:cubicBezTo>
                    <a:close/>
                  </a:path>
                </a:pathLst>
              </a:custGeom>
              <a:solidFill>
                <a:srgbClr val="0057D4"/>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endParaRPr>
              </a:p>
            </p:txBody>
          </p:sp>
          <p:sp>
            <p:nvSpPr>
              <p:cNvPr id="44" name="任意多边形: 形状 98"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rot="10800000">
                <a:off x="7140185" y="2493643"/>
                <a:ext cx="104750" cy="160280"/>
              </a:xfrm>
              <a:custGeom>
                <a:avLst/>
                <a:gdLst>
                  <a:gd name="connsiteX0" fmla="*/ 214577 w 251783"/>
                  <a:gd name="connsiteY0" fmla="*/ 385260 h 385260"/>
                  <a:gd name="connsiteX1" fmla="*/ 177370 w 251783"/>
                  <a:gd name="connsiteY1" fmla="*/ 348053 h 385260"/>
                  <a:gd name="connsiteX2" fmla="*/ 177370 w 251783"/>
                  <a:gd name="connsiteY2" fmla="*/ 91436 h 385260"/>
                  <a:gd name="connsiteX3" fmla="*/ 160355 w 251783"/>
                  <a:gd name="connsiteY3" fmla="*/ 74414 h 385260"/>
                  <a:gd name="connsiteX4" fmla="*/ 37207 w 251783"/>
                  <a:gd name="connsiteY4" fmla="*/ 74414 h 385260"/>
                  <a:gd name="connsiteX5" fmla="*/ 0 w 251783"/>
                  <a:gd name="connsiteY5" fmla="*/ 37207 h 385260"/>
                  <a:gd name="connsiteX6" fmla="*/ 37207 w 251783"/>
                  <a:gd name="connsiteY6" fmla="*/ 0 h 385260"/>
                  <a:gd name="connsiteX7" fmla="*/ 160362 w 251783"/>
                  <a:gd name="connsiteY7" fmla="*/ 0 h 385260"/>
                  <a:gd name="connsiteX8" fmla="*/ 251784 w 251783"/>
                  <a:gd name="connsiteY8" fmla="*/ 91436 h 385260"/>
                  <a:gd name="connsiteX9" fmla="*/ 251784 w 251783"/>
                  <a:gd name="connsiteY9" fmla="*/ 348053 h 385260"/>
                  <a:gd name="connsiteX10" fmla="*/ 214577 w 251783"/>
                  <a:gd name="connsiteY10" fmla="*/ 385260 h 385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1783" h="385260">
                    <a:moveTo>
                      <a:pt x="214577" y="385260"/>
                    </a:moveTo>
                    <a:cubicBezTo>
                      <a:pt x="194031" y="385260"/>
                      <a:pt x="177370" y="368599"/>
                      <a:pt x="177370" y="348053"/>
                    </a:cubicBezTo>
                    <a:lnTo>
                      <a:pt x="177370" y="91436"/>
                    </a:lnTo>
                    <a:cubicBezTo>
                      <a:pt x="177358" y="82042"/>
                      <a:pt x="169750" y="74429"/>
                      <a:pt x="160355" y="74414"/>
                    </a:cubicBezTo>
                    <a:lnTo>
                      <a:pt x="37207" y="74414"/>
                    </a:lnTo>
                    <a:cubicBezTo>
                      <a:pt x="16658" y="74414"/>
                      <a:pt x="0" y="57753"/>
                      <a:pt x="0" y="37207"/>
                    </a:cubicBezTo>
                    <a:cubicBezTo>
                      <a:pt x="0" y="16661"/>
                      <a:pt x="16658" y="0"/>
                      <a:pt x="37207" y="0"/>
                    </a:cubicBezTo>
                    <a:lnTo>
                      <a:pt x="160362" y="0"/>
                    </a:lnTo>
                    <a:cubicBezTo>
                      <a:pt x="210778" y="11"/>
                      <a:pt x="251784" y="41028"/>
                      <a:pt x="251784" y="91436"/>
                    </a:cubicBezTo>
                    <a:lnTo>
                      <a:pt x="251784" y="348053"/>
                    </a:lnTo>
                    <a:cubicBezTo>
                      <a:pt x="251784" y="368603"/>
                      <a:pt x="235122" y="385260"/>
                      <a:pt x="214577" y="385260"/>
                    </a:cubicBezTo>
                    <a:close/>
                  </a:path>
                </a:pathLst>
              </a:custGeom>
              <a:solidFill>
                <a:srgbClr val="FFFFFF"/>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endParaRPr>
              </a:p>
            </p:txBody>
          </p:sp>
          <p:sp>
            <p:nvSpPr>
              <p:cNvPr id="45" name="任意多边形: 形状 99"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rot="5400000">
                <a:off x="7159824" y="2463713"/>
                <a:ext cx="68309" cy="95646"/>
              </a:xfrm>
              <a:custGeom>
                <a:avLst/>
                <a:gdLst>
                  <a:gd name="connsiteX0" fmla="*/ 37176 w 164189"/>
                  <a:gd name="connsiteY0" fmla="*/ 229900 h 229899"/>
                  <a:gd name="connsiteX1" fmla="*/ 18610 w 164189"/>
                  <a:gd name="connsiteY1" fmla="*/ 224906 h 229899"/>
                  <a:gd name="connsiteX2" fmla="*/ 4992 w 164189"/>
                  <a:gd name="connsiteY2" fmla="*/ 174082 h 229899"/>
                  <a:gd name="connsiteX3" fmla="*/ 94754 w 164189"/>
                  <a:gd name="connsiteY3" fmla="*/ 18608 h 229899"/>
                  <a:gd name="connsiteX4" fmla="*/ 145579 w 164189"/>
                  <a:gd name="connsiteY4" fmla="*/ 4991 h 229899"/>
                  <a:gd name="connsiteX5" fmla="*/ 159197 w 164189"/>
                  <a:gd name="connsiteY5" fmla="*/ 55815 h 229899"/>
                  <a:gd name="connsiteX6" fmla="*/ 69435 w 164189"/>
                  <a:gd name="connsiteY6" fmla="*/ 211289 h 229899"/>
                  <a:gd name="connsiteX7" fmla="*/ 37176 w 164189"/>
                  <a:gd name="connsiteY7" fmla="*/ 229900 h 229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189" h="229899">
                    <a:moveTo>
                      <a:pt x="37176" y="229900"/>
                    </a:moveTo>
                    <a:cubicBezTo>
                      <a:pt x="30656" y="229898"/>
                      <a:pt x="24251" y="228175"/>
                      <a:pt x="18610" y="224906"/>
                    </a:cubicBezTo>
                    <a:cubicBezTo>
                      <a:pt x="814" y="214630"/>
                      <a:pt x="-5284" y="191878"/>
                      <a:pt x="4992" y="174082"/>
                    </a:cubicBezTo>
                    <a:lnTo>
                      <a:pt x="94754" y="18608"/>
                    </a:lnTo>
                    <a:cubicBezTo>
                      <a:pt x="105027" y="812"/>
                      <a:pt x="127779" y="-5282"/>
                      <a:pt x="145579" y="4991"/>
                    </a:cubicBezTo>
                    <a:cubicBezTo>
                      <a:pt x="163375" y="15267"/>
                      <a:pt x="169473" y="38019"/>
                      <a:pt x="159197" y="55815"/>
                    </a:cubicBezTo>
                    <a:lnTo>
                      <a:pt x="69435" y="211289"/>
                    </a:lnTo>
                    <a:cubicBezTo>
                      <a:pt x="62786" y="222817"/>
                      <a:pt x="50485" y="229915"/>
                      <a:pt x="37176" y="229900"/>
                    </a:cubicBezTo>
                    <a:close/>
                  </a:path>
                </a:pathLst>
              </a:custGeom>
              <a:solidFill>
                <a:srgbClr val="FFFFFF"/>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endParaRPr>
              </a:p>
            </p:txBody>
          </p:sp>
          <p:sp>
            <p:nvSpPr>
              <p:cNvPr id="46" name="任意多边形: 形状 100"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rot="5400000">
                <a:off x="7082189" y="2463714"/>
                <a:ext cx="68309" cy="95646"/>
              </a:xfrm>
              <a:custGeom>
                <a:avLst/>
                <a:gdLst>
                  <a:gd name="connsiteX0" fmla="*/ 127016 w 164192"/>
                  <a:gd name="connsiteY0" fmla="*/ 229898 h 229898"/>
                  <a:gd name="connsiteX1" fmla="*/ 94758 w 164192"/>
                  <a:gd name="connsiteY1" fmla="*/ 211287 h 229898"/>
                  <a:gd name="connsiteX2" fmla="*/ 4992 w 164192"/>
                  <a:gd name="connsiteY2" fmla="*/ 55814 h 229898"/>
                  <a:gd name="connsiteX3" fmla="*/ 18610 w 164192"/>
                  <a:gd name="connsiteY3" fmla="*/ 4989 h 229898"/>
                  <a:gd name="connsiteX4" fmla="*/ 69435 w 164192"/>
                  <a:gd name="connsiteY4" fmla="*/ 18607 h 229898"/>
                  <a:gd name="connsiteX5" fmla="*/ 159201 w 164192"/>
                  <a:gd name="connsiteY5" fmla="*/ 174080 h 229898"/>
                  <a:gd name="connsiteX6" fmla="*/ 145583 w 164192"/>
                  <a:gd name="connsiteY6" fmla="*/ 224905 h 229898"/>
                  <a:gd name="connsiteX7" fmla="*/ 127016 w 164192"/>
                  <a:gd name="connsiteY7" fmla="*/ 229898 h 229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192" h="229898">
                    <a:moveTo>
                      <a:pt x="127016" y="229898"/>
                    </a:moveTo>
                    <a:cubicBezTo>
                      <a:pt x="113709" y="229911"/>
                      <a:pt x="101407" y="222814"/>
                      <a:pt x="94758" y="211287"/>
                    </a:cubicBezTo>
                    <a:lnTo>
                      <a:pt x="4992" y="55814"/>
                    </a:lnTo>
                    <a:cubicBezTo>
                      <a:pt x="-5284" y="38018"/>
                      <a:pt x="814" y="15266"/>
                      <a:pt x="18610" y="4989"/>
                    </a:cubicBezTo>
                    <a:cubicBezTo>
                      <a:pt x="36402" y="-5284"/>
                      <a:pt x="59158" y="818"/>
                      <a:pt x="69435" y="18607"/>
                    </a:cubicBezTo>
                    <a:lnTo>
                      <a:pt x="159201" y="174080"/>
                    </a:lnTo>
                    <a:cubicBezTo>
                      <a:pt x="169477" y="191876"/>
                      <a:pt x="163379" y="214628"/>
                      <a:pt x="145583" y="224905"/>
                    </a:cubicBezTo>
                    <a:cubicBezTo>
                      <a:pt x="139942" y="228175"/>
                      <a:pt x="133537" y="229896"/>
                      <a:pt x="127016" y="229898"/>
                    </a:cubicBezTo>
                    <a:close/>
                  </a:path>
                </a:pathLst>
              </a:custGeom>
              <a:solidFill>
                <a:srgbClr val="FFFFFF"/>
              </a:solidFill>
              <a:ln w="186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srgbClr val="4472C4"/>
                  </a:solidFill>
                  <a:effectLst/>
                  <a:uLnTx/>
                  <a:uFillTx/>
                  <a:latin typeface="微软雅黑" panose="020B0503020204020204" pitchFamily="34" charset="-122"/>
                  <a:ea typeface="微软雅黑" panose="020B0503020204020204" pitchFamily="34" charset="-122"/>
                </a:endParaRPr>
              </a:p>
            </p:txBody>
          </p:sp>
        </p:grpSp>
      </p:grpSp>
      <p:sp>
        <p:nvSpPr>
          <p:cNvPr id="49" name="文本框 48"/>
          <p:cNvSpPr txBox="1"/>
          <p:nvPr/>
        </p:nvSpPr>
        <p:spPr>
          <a:xfrm>
            <a:off x="846513" y="1194886"/>
            <a:ext cx="2300682" cy="338554"/>
          </a:xfrm>
          <a:prstGeom prst="rect">
            <a:avLst/>
          </a:prstGeom>
          <a:noFill/>
        </p:spPr>
        <p:txBody>
          <a:bodyPr wrap="square">
            <a:spAutoFit/>
          </a:bodyPr>
          <a:lstStyle/>
          <a:p>
            <a:r>
              <a:rPr lang="en-US" altLang="zh-CN" sz="1600" dirty="0">
                <a:solidFill>
                  <a:srgbClr val="0057D5"/>
                </a:solidFill>
                <a:latin typeface="微软雅黑" panose="020B0503020204020204" pitchFamily="34" charset="-122"/>
                <a:ea typeface="微软雅黑" panose="020B0503020204020204" pitchFamily="34" charset="-122"/>
                <a:cs typeface="+mn-ea"/>
                <a:sym typeface="+mn-lt"/>
              </a:rPr>
              <a:t>TABLE OF</a:t>
            </a:r>
            <a:r>
              <a:rPr lang="zh-CN" altLang="en-US" sz="1600" dirty="0">
                <a:solidFill>
                  <a:srgbClr val="0057D5"/>
                </a:solidFill>
                <a:latin typeface="微软雅黑" panose="020B0503020204020204" pitchFamily="34" charset="-122"/>
                <a:ea typeface="微软雅黑" panose="020B0503020204020204" pitchFamily="34" charset="-122"/>
                <a:cs typeface="+mn-ea"/>
                <a:sym typeface="+mn-lt"/>
              </a:rPr>
              <a:t> </a:t>
            </a:r>
            <a:r>
              <a:rPr lang="en-US" altLang="zh-CN" sz="1600" dirty="0">
                <a:solidFill>
                  <a:srgbClr val="0057D5"/>
                </a:solidFill>
                <a:latin typeface="微软雅黑" panose="020B0503020204020204" pitchFamily="34" charset="-122"/>
                <a:ea typeface="微软雅黑" panose="020B0503020204020204" pitchFamily="34" charset="-122"/>
                <a:cs typeface="+mn-ea"/>
                <a:sym typeface="+mn-lt"/>
              </a:rPr>
              <a:t>CONTENTS</a:t>
            </a:r>
            <a:endParaRPr lang="zh-CN" altLang="en-US" sz="1600" dirty="0">
              <a:solidFill>
                <a:srgbClr val="0057D5"/>
              </a:solidFill>
              <a:latin typeface="微软雅黑" panose="020B0503020204020204" pitchFamily="34" charset="-122"/>
              <a:ea typeface="微软雅黑" panose="020B0503020204020204" pitchFamily="34" charset="-122"/>
            </a:endParaRPr>
          </a:p>
        </p:txBody>
      </p:sp>
      <p:grpSp>
        <p:nvGrpSpPr>
          <p:cNvPr id="11" name="组合 10" descr="e7d195523061f1c0c30ee18c1b05f65d12b38e2533cb2ccdAE0CC34CB5CBEBFAEC353FED4DECE97C3E379FD1D933F5E4DC18EF8EA6B7A1130D5F6DE9DD2BE4B0A8C9126ACE5083D1F5A9E323B29CCFC789518C7D6A04F119B2C2BA6C2D392B770AC0CE634954F6026173EFFBC74790B12ECBF60C8A15C0A51E938118406412A746BA9EB291FC8542"/>
          <p:cNvGrpSpPr>
            <a:grpSpLocks noChangeAspect="1"/>
          </p:cNvGrpSpPr>
          <p:nvPr/>
        </p:nvGrpSpPr>
        <p:grpSpPr>
          <a:xfrm rot="5400000">
            <a:off x="329653" y="771913"/>
            <a:ext cx="338553" cy="362531"/>
            <a:chOff x="13322895" y="1866900"/>
            <a:chExt cx="586701" cy="572839"/>
          </a:xfrm>
          <a:solidFill>
            <a:srgbClr val="0057D5">
              <a:alpha val="13956"/>
            </a:srgbClr>
          </a:solidFill>
        </p:grpSpPr>
        <p:sp>
          <p:nvSpPr>
            <p:cNvPr id="12" name="椭圆 11"/>
            <p:cNvSpPr/>
            <p:nvPr/>
          </p:nvSpPr>
          <p:spPr>
            <a:xfrm>
              <a:off x="13561104" y="186690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p:cNvSpPr/>
            <p:nvPr/>
          </p:nvSpPr>
          <p:spPr>
            <a:xfrm>
              <a:off x="13442000"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椭圆 13"/>
            <p:cNvSpPr/>
            <p:nvPr/>
          </p:nvSpPr>
          <p:spPr>
            <a:xfrm>
              <a:off x="13561104" y="205785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椭圆 14"/>
            <p:cNvSpPr/>
            <p:nvPr/>
          </p:nvSpPr>
          <p:spPr>
            <a:xfrm>
              <a:off x="13680208"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322895"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3561104" y="219640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3799314"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3561104" y="233496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3" name="图片 32"/>
          <p:cNvPicPr>
            <a:picLocks noChangeAspect="1"/>
          </p:cNvPicPr>
          <p:nvPr/>
        </p:nvPicPr>
        <p:blipFill>
          <a:blip r:embed="rId2"/>
          <a:stretch>
            <a:fillRect/>
          </a:stretch>
        </p:blipFill>
        <p:spPr>
          <a:xfrm>
            <a:off x="10709531" y="439853"/>
            <a:ext cx="1016579" cy="344049"/>
          </a:xfrm>
          <a:prstGeom prst="rect">
            <a:avLst/>
          </a:prstGeom>
        </p:spPr>
      </p:pic>
      <p:grpSp>
        <p:nvGrpSpPr>
          <p:cNvPr id="16" name="组合 15"/>
          <p:cNvGrpSpPr/>
          <p:nvPr/>
        </p:nvGrpSpPr>
        <p:grpSpPr>
          <a:xfrm>
            <a:off x="951865" y="3860165"/>
            <a:ext cx="2137410" cy="460375"/>
            <a:chOff x="1390" y="5060"/>
            <a:chExt cx="3366" cy="725"/>
          </a:xfrm>
        </p:grpSpPr>
        <p:grpSp>
          <p:nvGrpSpPr>
            <p:cNvPr id="8" name="组合 7"/>
            <p:cNvGrpSpPr/>
            <p:nvPr/>
          </p:nvGrpSpPr>
          <p:grpSpPr>
            <a:xfrm>
              <a:off x="1390" y="5205"/>
              <a:ext cx="579" cy="434"/>
              <a:chOff x="1390" y="5153"/>
              <a:chExt cx="579" cy="434"/>
            </a:xfrm>
          </p:grpSpPr>
          <p:sp>
            <p:nvSpPr>
              <p:cNvPr id="25" name="任意多边形: 形状 24"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1535" y="5153"/>
                <a:ext cx="435" cy="435"/>
              </a:xfrm>
              <a:custGeom>
                <a:avLst/>
                <a:gdLst>
                  <a:gd name="connsiteX0" fmla="*/ 0 w 1026914"/>
                  <a:gd name="connsiteY0" fmla="*/ 513457 h 1026914"/>
                  <a:gd name="connsiteX1" fmla="*/ 513457 w 1026914"/>
                  <a:gd name="connsiteY1" fmla="*/ 1026914 h 1026914"/>
                  <a:gd name="connsiteX2" fmla="*/ 1026914 w 1026914"/>
                  <a:gd name="connsiteY2" fmla="*/ 513457 h 1026914"/>
                  <a:gd name="connsiteX3" fmla="*/ 513457 w 1026914"/>
                  <a:gd name="connsiteY3" fmla="*/ 0 h 1026914"/>
                  <a:gd name="connsiteX4" fmla="*/ 0 w 1026914"/>
                  <a:gd name="connsiteY4" fmla="*/ 513457 h 1026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914" h="1026914">
                    <a:moveTo>
                      <a:pt x="0" y="513457"/>
                    </a:moveTo>
                    <a:cubicBezTo>
                      <a:pt x="0" y="797032"/>
                      <a:pt x="229882" y="1026914"/>
                      <a:pt x="513457" y="1026914"/>
                    </a:cubicBezTo>
                    <a:cubicBezTo>
                      <a:pt x="797032" y="1026914"/>
                      <a:pt x="1026914" y="797032"/>
                      <a:pt x="1026914" y="513457"/>
                    </a:cubicBezTo>
                    <a:cubicBezTo>
                      <a:pt x="1026914" y="229882"/>
                      <a:pt x="797032" y="0"/>
                      <a:pt x="513457" y="0"/>
                    </a:cubicBezTo>
                    <a:cubicBezTo>
                      <a:pt x="229882" y="0"/>
                      <a:pt x="0" y="229882"/>
                      <a:pt x="0" y="513457"/>
                    </a:cubicBezTo>
                    <a:close/>
                  </a:path>
                </a:pathLst>
              </a:custGeom>
              <a:solidFill>
                <a:schemeClr val="accent1">
                  <a:lumMod val="20000"/>
                  <a:lumOff val="80000"/>
                </a:schemeClr>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1" name="任意多边形: 形状 30"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1390" y="5153"/>
                <a:ext cx="435" cy="435"/>
              </a:xfrm>
              <a:custGeom>
                <a:avLst/>
                <a:gdLst>
                  <a:gd name="connsiteX0" fmla="*/ 0 w 1026914"/>
                  <a:gd name="connsiteY0" fmla="*/ 513457 h 1026914"/>
                  <a:gd name="connsiteX1" fmla="*/ 513457 w 1026914"/>
                  <a:gd name="connsiteY1" fmla="*/ 1026914 h 1026914"/>
                  <a:gd name="connsiteX2" fmla="*/ 1026914 w 1026914"/>
                  <a:gd name="connsiteY2" fmla="*/ 513457 h 1026914"/>
                  <a:gd name="connsiteX3" fmla="*/ 513457 w 1026914"/>
                  <a:gd name="connsiteY3" fmla="*/ 0 h 1026914"/>
                  <a:gd name="connsiteX4" fmla="*/ 0 w 1026914"/>
                  <a:gd name="connsiteY4" fmla="*/ 513457 h 1026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914" h="1026914">
                    <a:moveTo>
                      <a:pt x="0" y="513457"/>
                    </a:moveTo>
                    <a:cubicBezTo>
                      <a:pt x="0" y="797032"/>
                      <a:pt x="229882" y="1026914"/>
                      <a:pt x="513457" y="1026914"/>
                    </a:cubicBezTo>
                    <a:cubicBezTo>
                      <a:pt x="797032" y="1026914"/>
                      <a:pt x="1026914" y="797032"/>
                      <a:pt x="1026914" y="513457"/>
                    </a:cubicBezTo>
                    <a:cubicBezTo>
                      <a:pt x="1026914" y="229882"/>
                      <a:pt x="797032" y="0"/>
                      <a:pt x="513457" y="0"/>
                    </a:cubicBezTo>
                    <a:cubicBezTo>
                      <a:pt x="229882" y="0"/>
                      <a:pt x="0" y="229882"/>
                      <a:pt x="0" y="513457"/>
                    </a:cubicBezTo>
                    <a:close/>
                  </a:path>
                </a:pathLst>
              </a:custGeom>
              <a:solidFill>
                <a:srgbClr val="DFECFD"/>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4" name="任意多边形: 形状 33"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1390" y="5153"/>
                <a:ext cx="435" cy="435"/>
              </a:xfrm>
              <a:custGeom>
                <a:avLst/>
                <a:gdLst>
                  <a:gd name="connsiteX0" fmla="*/ 513457 w 1026914"/>
                  <a:gd name="connsiteY0" fmla="*/ 1026914 h 1026914"/>
                  <a:gd name="connsiteX1" fmla="*/ 0 w 1026914"/>
                  <a:gd name="connsiteY1" fmla="*/ 513457 h 1026914"/>
                  <a:gd name="connsiteX2" fmla="*/ 513457 w 1026914"/>
                  <a:gd name="connsiteY2" fmla="*/ 0 h 1026914"/>
                  <a:gd name="connsiteX3" fmla="*/ 1026914 w 1026914"/>
                  <a:gd name="connsiteY3" fmla="*/ 513457 h 1026914"/>
                  <a:gd name="connsiteX4" fmla="*/ 513457 w 1026914"/>
                  <a:gd name="connsiteY4" fmla="*/ 1026914 h 1026914"/>
                  <a:gd name="connsiteX5" fmla="*/ 513457 w 1026914"/>
                  <a:gd name="connsiteY5" fmla="*/ 111621 h 1026914"/>
                  <a:gd name="connsiteX6" fmla="*/ 111621 w 1026914"/>
                  <a:gd name="connsiteY6" fmla="*/ 513457 h 1026914"/>
                  <a:gd name="connsiteX7" fmla="*/ 513457 w 1026914"/>
                  <a:gd name="connsiteY7" fmla="*/ 915293 h 1026914"/>
                  <a:gd name="connsiteX8" fmla="*/ 915293 w 1026914"/>
                  <a:gd name="connsiteY8" fmla="*/ 513457 h 1026914"/>
                  <a:gd name="connsiteX9" fmla="*/ 513457 w 1026914"/>
                  <a:gd name="connsiteY9" fmla="*/ 111621 h 102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6914" h="1026914">
                    <a:moveTo>
                      <a:pt x="513457" y="1026914"/>
                    </a:moveTo>
                    <a:cubicBezTo>
                      <a:pt x="230338" y="1026914"/>
                      <a:pt x="0" y="796580"/>
                      <a:pt x="0" y="513457"/>
                    </a:cubicBezTo>
                    <a:cubicBezTo>
                      <a:pt x="0" y="230338"/>
                      <a:pt x="230338" y="0"/>
                      <a:pt x="513457" y="0"/>
                    </a:cubicBezTo>
                    <a:cubicBezTo>
                      <a:pt x="796580" y="0"/>
                      <a:pt x="1026914" y="230338"/>
                      <a:pt x="1026914" y="513457"/>
                    </a:cubicBezTo>
                    <a:cubicBezTo>
                      <a:pt x="1026914" y="796580"/>
                      <a:pt x="796580" y="1026914"/>
                      <a:pt x="513457" y="1026914"/>
                    </a:cubicBezTo>
                    <a:close/>
                    <a:moveTo>
                      <a:pt x="513457" y="111621"/>
                    </a:moveTo>
                    <a:cubicBezTo>
                      <a:pt x="291885" y="111621"/>
                      <a:pt x="111621" y="291885"/>
                      <a:pt x="111621" y="513457"/>
                    </a:cubicBezTo>
                    <a:cubicBezTo>
                      <a:pt x="111621" y="735032"/>
                      <a:pt x="291885" y="915293"/>
                      <a:pt x="513457" y="915293"/>
                    </a:cubicBezTo>
                    <a:cubicBezTo>
                      <a:pt x="735032" y="915293"/>
                      <a:pt x="915293" y="735032"/>
                      <a:pt x="915293" y="513457"/>
                    </a:cubicBezTo>
                    <a:cubicBezTo>
                      <a:pt x="915293" y="291885"/>
                      <a:pt x="735032" y="111621"/>
                      <a:pt x="513457" y="111621"/>
                    </a:cubicBezTo>
                    <a:close/>
                  </a:path>
                </a:pathLst>
              </a:custGeom>
              <a:solidFill>
                <a:srgbClr val="20263B"/>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5" name="任意多边形: 形状 34"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1390" y="5153"/>
                <a:ext cx="435" cy="435"/>
              </a:xfrm>
              <a:custGeom>
                <a:avLst/>
                <a:gdLst>
                  <a:gd name="connsiteX0" fmla="*/ 0 w 1026914"/>
                  <a:gd name="connsiteY0" fmla="*/ 513457 h 1026914"/>
                  <a:gd name="connsiteX1" fmla="*/ 513457 w 1026914"/>
                  <a:gd name="connsiteY1" fmla="*/ 1026914 h 1026914"/>
                  <a:gd name="connsiteX2" fmla="*/ 1026914 w 1026914"/>
                  <a:gd name="connsiteY2" fmla="*/ 513457 h 1026914"/>
                  <a:gd name="connsiteX3" fmla="*/ 513457 w 1026914"/>
                  <a:gd name="connsiteY3" fmla="*/ 0 h 1026914"/>
                  <a:gd name="connsiteX4" fmla="*/ 0 w 1026914"/>
                  <a:gd name="connsiteY4" fmla="*/ 513457 h 1026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914" h="1026914">
                    <a:moveTo>
                      <a:pt x="0" y="513457"/>
                    </a:moveTo>
                    <a:cubicBezTo>
                      <a:pt x="0" y="797032"/>
                      <a:pt x="229882" y="1026914"/>
                      <a:pt x="513457" y="1026914"/>
                    </a:cubicBezTo>
                    <a:cubicBezTo>
                      <a:pt x="797032" y="1026914"/>
                      <a:pt x="1026914" y="797032"/>
                      <a:pt x="1026914" y="513457"/>
                    </a:cubicBezTo>
                    <a:cubicBezTo>
                      <a:pt x="1026914" y="229882"/>
                      <a:pt x="797032" y="0"/>
                      <a:pt x="513457" y="0"/>
                    </a:cubicBezTo>
                    <a:cubicBezTo>
                      <a:pt x="229882" y="0"/>
                      <a:pt x="0" y="229882"/>
                      <a:pt x="0" y="513457"/>
                    </a:cubicBezTo>
                    <a:close/>
                  </a:path>
                </a:pathLst>
              </a:custGeom>
              <a:solidFill>
                <a:srgbClr val="0057D4"/>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8" name="任意多边形: 形状 37"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1668" y="5281"/>
                <a:ext cx="73" cy="177"/>
              </a:xfrm>
              <a:custGeom>
                <a:avLst/>
                <a:gdLst>
                  <a:gd name="connsiteX0" fmla="*/ 62368 w 171859"/>
                  <a:gd name="connsiteY0" fmla="*/ 419271 h 419270"/>
                  <a:gd name="connsiteX1" fmla="*/ 27003 w 171859"/>
                  <a:gd name="connsiteY1" fmla="*/ 406609 h 419270"/>
                  <a:gd name="connsiteX2" fmla="*/ 19253 w 171859"/>
                  <a:gd name="connsiteY2" fmla="*/ 328065 h 419270"/>
                  <a:gd name="connsiteX3" fmla="*/ 14219 w 171859"/>
                  <a:gd name="connsiteY3" fmla="*/ 93028 h 419270"/>
                  <a:gd name="connsiteX4" fmla="*/ 18598 w 171859"/>
                  <a:gd name="connsiteY4" fmla="*/ 14220 h 419270"/>
                  <a:gd name="connsiteX5" fmla="*/ 97406 w 171859"/>
                  <a:gd name="connsiteY5" fmla="*/ 18599 h 419270"/>
                  <a:gd name="connsiteX6" fmla="*/ 171794 w 171859"/>
                  <a:gd name="connsiteY6" fmla="*/ 207224 h 419270"/>
                  <a:gd name="connsiteX7" fmla="*/ 105551 w 171859"/>
                  <a:gd name="connsiteY7" fmla="*/ 398863 h 419270"/>
                  <a:gd name="connsiteX8" fmla="*/ 62368 w 171859"/>
                  <a:gd name="connsiteY8" fmla="*/ 419271 h 419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859" h="419270">
                    <a:moveTo>
                      <a:pt x="62368" y="419271"/>
                    </a:moveTo>
                    <a:cubicBezTo>
                      <a:pt x="49467" y="419284"/>
                      <a:pt x="36965" y="414808"/>
                      <a:pt x="27003" y="406609"/>
                    </a:cubicBezTo>
                    <a:cubicBezTo>
                      <a:pt x="3172" y="387061"/>
                      <a:pt x="-296" y="351896"/>
                      <a:pt x="19253" y="328065"/>
                    </a:cubicBezTo>
                    <a:cubicBezTo>
                      <a:pt x="76146" y="258715"/>
                      <a:pt x="74025" y="159871"/>
                      <a:pt x="14219" y="93028"/>
                    </a:cubicBezTo>
                    <a:cubicBezTo>
                      <a:pt x="-6334" y="70057"/>
                      <a:pt x="-4374" y="34773"/>
                      <a:pt x="18598" y="14220"/>
                    </a:cubicBezTo>
                    <a:cubicBezTo>
                      <a:pt x="41570" y="-6333"/>
                      <a:pt x="76853" y="-4376"/>
                      <a:pt x="97406" y="18599"/>
                    </a:cubicBezTo>
                    <a:cubicBezTo>
                      <a:pt x="143904" y="70590"/>
                      <a:pt x="170287" y="137489"/>
                      <a:pt x="171794" y="207224"/>
                    </a:cubicBezTo>
                    <a:cubicBezTo>
                      <a:pt x="173271" y="276959"/>
                      <a:pt x="149777" y="344925"/>
                      <a:pt x="105551" y="398863"/>
                    </a:cubicBezTo>
                    <a:cubicBezTo>
                      <a:pt x="94950" y="411803"/>
                      <a:pt x="79097" y="419297"/>
                      <a:pt x="62368" y="419271"/>
                    </a:cubicBezTo>
                    <a:close/>
                  </a:path>
                </a:pathLst>
              </a:custGeom>
              <a:solidFill>
                <a:srgbClr val="FFFFFF"/>
              </a:solidFill>
              <a:ln w="186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40" name="文本框 39"/>
            <p:cNvSpPr txBox="1"/>
            <p:nvPr/>
          </p:nvSpPr>
          <p:spPr>
            <a:xfrm>
              <a:off x="2248" y="5060"/>
              <a:ext cx="2508" cy="725"/>
            </a:xfrm>
            <a:prstGeom prst="rect">
              <a:avLst/>
            </a:prstGeom>
            <a:noFill/>
          </p:spPr>
          <p:txBody>
            <a:bodyPr wrap="square">
              <a:spAutoFit/>
            </a:bodyPr>
            <a:lstStyle/>
            <a:p>
              <a:pPr>
                <a:lnSpc>
                  <a:spcPct val="120000"/>
                </a:lnSpc>
              </a:pP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总体设计</a:t>
              </a:r>
              <a:endParaRPr lang="zh-CN" altLang="en-US" sz="2000" dirty="0">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952500" y="5530215"/>
            <a:ext cx="2137410" cy="460375"/>
            <a:chOff x="1457" y="2954"/>
            <a:chExt cx="3366" cy="725"/>
          </a:xfrm>
        </p:grpSpPr>
        <p:sp>
          <p:nvSpPr>
            <p:cNvPr id="3" name="文本框 2"/>
            <p:cNvSpPr txBox="1"/>
            <p:nvPr/>
          </p:nvSpPr>
          <p:spPr>
            <a:xfrm>
              <a:off x="2278" y="2954"/>
              <a:ext cx="2545" cy="725"/>
            </a:xfrm>
            <a:prstGeom prst="rect">
              <a:avLst/>
            </a:prstGeom>
            <a:noFill/>
          </p:spPr>
          <p:txBody>
            <a:bodyPr wrap="square">
              <a:spAutoFit/>
            </a:bodyPr>
            <a:p>
              <a:pPr>
                <a:lnSpc>
                  <a:spcPct val="120000"/>
                </a:lnSpc>
              </a:pPr>
              <a:r>
                <a:rPr lang="en-US" altLang="zh-CN" sz="2000" dirty="0">
                  <a:latin typeface="微软雅黑" panose="020B0503020204020204" pitchFamily="34" charset="-122"/>
                  <a:ea typeface="微软雅黑" panose="020B0503020204020204" pitchFamily="34" charset="-122"/>
                </a:rPr>
                <a:t>5. </a:t>
              </a:r>
              <a:r>
                <a:rPr lang="zh-CN" altLang="en-US" sz="2000" dirty="0">
                  <a:latin typeface="微软雅黑" panose="020B0503020204020204" pitchFamily="34" charset="-122"/>
                  <a:ea typeface="微软雅黑" panose="020B0503020204020204" pitchFamily="34" charset="-122"/>
                </a:rPr>
                <a:t>进度计划</a:t>
              </a:r>
              <a:endParaRPr lang="zh-CN" altLang="en-US" sz="2000" dirty="0">
                <a:uFillTx/>
                <a:latin typeface="微软雅黑" panose="020B0503020204020204" pitchFamily="34" charset="-122"/>
                <a:ea typeface="微软雅黑" panose="020B0503020204020204" pitchFamily="34" charset="-122"/>
              </a:endParaRPr>
            </a:p>
          </p:txBody>
        </p:sp>
        <p:grpSp>
          <p:nvGrpSpPr>
            <p:cNvPr id="23" name="组合 22"/>
            <p:cNvGrpSpPr/>
            <p:nvPr/>
          </p:nvGrpSpPr>
          <p:grpSpPr>
            <a:xfrm>
              <a:off x="1457" y="3112"/>
              <a:ext cx="407" cy="407"/>
              <a:chOff x="2241117" y="2419041"/>
              <a:chExt cx="320001" cy="320001"/>
            </a:xfrm>
          </p:grpSpPr>
          <p:sp>
            <p:nvSpPr>
              <p:cNvPr id="24" name="任意多边形: 形状 102"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2241117" y="2419041"/>
                <a:ext cx="150000" cy="150000"/>
              </a:xfrm>
              <a:custGeom>
                <a:avLst/>
                <a:gdLst>
                  <a:gd name="connsiteX0" fmla="*/ 148828 w 558105"/>
                  <a:gd name="connsiteY0" fmla="*/ 0 h 558105"/>
                  <a:gd name="connsiteX1" fmla="*/ 409277 w 558105"/>
                  <a:gd name="connsiteY1" fmla="*/ 0 h 558105"/>
                  <a:gd name="connsiteX2" fmla="*/ 558106 w 558105"/>
                  <a:gd name="connsiteY2" fmla="*/ 148828 h 558105"/>
                  <a:gd name="connsiteX3" fmla="*/ 558106 w 558105"/>
                  <a:gd name="connsiteY3" fmla="*/ 409277 h 558105"/>
                  <a:gd name="connsiteX4" fmla="*/ 409277 w 558105"/>
                  <a:gd name="connsiteY4" fmla="*/ 558106 h 558105"/>
                  <a:gd name="connsiteX5" fmla="*/ 148828 w 558105"/>
                  <a:gd name="connsiteY5" fmla="*/ 558106 h 558105"/>
                  <a:gd name="connsiteX6" fmla="*/ 0 w 558105"/>
                  <a:gd name="connsiteY6" fmla="*/ 409277 h 558105"/>
                  <a:gd name="connsiteX7" fmla="*/ 0 w 558105"/>
                  <a:gd name="connsiteY7" fmla="*/ 148828 h 558105"/>
                  <a:gd name="connsiteX8" fmla="*/ 148828 w 558105"/>
                  <a:gd name="connsiteY8" fmla="*/ 0 h 55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8105" h="558105">
                    <a:moveTo>
                      <a:pt x="148828" y="0"/>
                    </a:moveTo>
                    <a:lnTo>
                      <a:pt x="409277" y="0"/>
                    </a:lnTo>
                    <a:cubicBezTo>
                      <a:pt x="491471" y="0"/>
                      <a:pt x="558106" y="66634"/>
                      <a:pt x="558106" y="148828"/>
                    </a:cubicBezTo>
                    <a:lnTo>
                      <a:pt x="558106" y="409277"/>
                    </a:lnTo>
                    <a:cubicBezTo>
                      <a:pt x="558106" y="491471"/>
                      <a:pt x="491471" y="558106"/>
                      <a:pt x="409277" y="558106"/>
                    </a:cubicBezTo>
                    <a:lnTo>
                      <a:pt x="148828" y="558106"/>
                    </a:lnTo>
                    <a:cubicBezTo>
                      <a:pt x="66634" y="558106"/>
                      <a:pt x="0" y="491471"/>
                      <a:pt x="0" y="409277"/>
                    </a:cubicBezTo>
                    <a:lnTo>
                      <a:pt x="0" y="148828"/>
                    </a:lnTo>
                    <a:cubicBezTo>
                      <a:pt x="0" y="66634"/>
                      <a:pt x="66634" y="0"/>
                      <a:pt x="148828" y="0"/>
                    </a:cubicBezTo>
                    <a:close/>
                  </a:path>
                </a:pathLst>
              </a:custGeom>
              <a:solidFill>
                <a:srgbClr val="0057D4"/>
              </a:solidFill>
              <a:ln w="1860" cap="flat">
                <a:noFill/>
                <a:prstDash val="solid"/>
                <a:miter/>
              </a:ln>
            </p:spPr>
            <p:txBody>
              <a:bodyPr rtlCol="0" anchor="ct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1" name="任意多边形: 形状 103"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2411118" y="2419041"/>
                <a:ext cx="150000" cy="150000"/>
              </a:xfrm>
              <a:custGeom>
                <a:avLst/>
                <a:gdLst>
                  <a:gd name="connsiteX0" fmla="*/ 148828 w 558105"/>
                  <a:gd name="connsiteY0" fmla="*/ 0 h 558105"/>
                  <a:gd name="connsiteX1" fmla="*/ 409277 w 558105"/>
                  <a:gd name="connsiteY1" fmla="*/ 0 h 558105"/>
                  <a:gd name="connsiteX2" fmla="*/ 558106 w 558105"/>
                  <a:gd name="connsiteY2" fmla="*/ 148828 h 558105"/>
                  <a:gd name="connsiteX3" fmla="*/ 558106 w 558105"/>
                  <a:gd name="connsiteY3" fmla="*/ 409277 h 558105"/>
                  <a:gd name="connsiteX4" fmla="*/ 409277 w 558105"/>
                  <a:gd name="connsiteY4" fmla="*/ 558106 h 558105"/>
                  <a:gd name="connsiteX5" fmla="*/ 148828 w 558105"/>
                  <a:gd name="connsiteY5" fmla="*/ 558106 h 558105"/>
                  <a:gd name="connsiteX6" fmla="*/ 0 w 558105"/>
                  <a:gd name="connsiteY6" fmla="*/ 409277 h 558105"/>
                  <a:gd name="connsiteX7" fmla="*/ 0 w 558105"/>
                  <a:gd name="connsiteY7" fmla="*/ 148828 h 558105"/>
                  <a:gd name="connsiteX8" fmla="*/ 148828 w 558105"/>
                  <a:gd name="connsiteY8" fmla="*/ 0 h 55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8105" h="558105">
                    <a:moveTo>
                      <a:pt x="148828" y="0"/>
                    </a:moveTo>
                    <a:lnTo>
                      <a:pt x="409277" y="0"/>
                    </a:lnTo>
                    <a:cubicBezTo>
                      <a:pt x="491475" y="0"/>
                      <a:pt x="558106" y="66634"/>
                      <a:pt x="558106" y="148828"/>
                    </a:cubicBezTo>
                    <a:lnTo>
                      <a:pt x="558106" y="409277"/>
                    </a:lnTo>
                    <a:cubicBezTo>
                      <a:pt x="558106" y="491471"/>
                      <a:pt x="491475" y="558106"/>
                      <a:pt x="409277" y="558106"/>
                    </a:cubicBezTo>
                    <a:lnTo>
                      <a:pt x="148828" y="558106"/>
                    </a:lnTo>
                    <a:cubicBezTo>
                      <a:pt x="66630" y="558106"/>
                      <a:pt x="0" y="491471"/>
                      <a:pt x="0" y="409277"/>
                    </a:cubicBezTo>
                    <a:lnTo>
                      <a:pt x="0" y="148828"/>
                    </a:lnTo>
                    <a:cubicBezTo>
                      <a:pt x="0" y="66634"/>
                      <a:pt x="66630" y="0"/>
                      <a:pt x="148828" y="0"/>
                    </a:cubicBezTo>
                    <a:close/>
                  </a:path>
                </a:pathLst>
              </a:custGeom>
              <a:solidFill>
                <a:schemeClr val="accent1">
                  <a:lumMod val="20000"/>
                  <a:lumOff val="80000"/>
                </a:schemeClr>
              </a:solidFill>
              <a:ln w="1860" cap="flat">
                <a:noFill/>
                <a:prstDash val="solid"/>
                <a:miter/>
              </a:ln>
            </p:spPr>
            <p:txBody>
              <a:bodyPr rtlCol="0" anchor="ct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7" name="任意多边形: 形状 104" descr="e7d195523061f1c09d430b2e086820dbf734666a277b0d4b500BB7A72AB1412ED5183AD7B3816201F88CE1DA88F1BDB3B214B2C038CB098A30603A7C73162896CA56D5F2C85C2877766F9AF7CC3216D75ED9E6A63C2430B8FB2C748AA3A2F55A10F9CE37FC1B92BF094CBF10D4FEBD0EE687AD11E85B7AFA77B8CB00AE9FB587BD477B2DE5D68259"/>
              <p:cNvSpPr/>
              <p:nvPr/>
            </p:nvSpPr>
            <p:spPr>
              <a:xfrm>
                <a:off x="2241117" y="2589042"/>
                <a:ext cx="320001" cy="150000"/>
              </a:xfrm>
              <a:custGeom>
                <a:avLst/>
                <a:gdLst>
                  <a:gd name="connsiteX0" fmla="*/ 148828 w 1190625"/>
                  <a:gd name="connsiteY0" fmla="*/ 0 h 558105"/>
                  <a:gd name="connsiteX1" fmla="*/ 409277 w 1190625"/>
                  <a:gd name="connsiteY1" fmla="*/ 0 h 558105"/>
                  <a:gd name="connsiteX2" fmla="*/ 558106 w 1190625"/>
                  <a:gd name="connsiteY2" fmla="*/ 148828 h 558105"/>
                  <a:gd name="connsiteX3" fmla="*/ 558106 w 1190625"/>
                  <a:gd name="connsiteY3" fmla="*/ 409277 h 558105"/>
                  <a:gd name="connsiteX4" fmla="*/ 409277 w 1190625"/>
                  <a:gd name="connsiteY4" fmla="*/ 558106 h 558105"/>
                  <a:gd name="connsiteX5" fmla="*/ 148828 w 1190625"/>
                  <a:gd name="connsiteY5" fmla="*/ 558106 h 558105"/>
                  <a:gd name="connsiteX6" fmla="*/ 0 w 1190625"/>
                  <a:gd name="connsiteY6" fmla="*/ 409277 h 558105"/>
                  <a:gd name="connsiteX7" fmla="*/ 0 w 1190625"/>
                  <a:gd name="connsiteY7" fmla="*/ 148828 h 558105"/>
                  <a:gd name="connsiteX8" fmla="*/ 148828 w 1190625"/>
                  <a:gd name="connsiteY8" fmla="*/ 0 h 558105"/>
                  <a:gd name="connsiteX9" fmla="*/ 781348 w 1190625"/>
                  <a:gd name="connsiteY9" fmla="*/ 0 h 558105"/>
                  <a:gd name="connsiteX10" fmla="*/ 1041797 w 1190625"/>
                  <a:gd name="connsiteY10" fmla="*/ 0 h 558105"/>
                  <a:gd name="connsiteX11" fmla="*/ 1190625 w 1190625"/>
                  <a:gd name="connsiteY11" fmla="*/ 148828 h 558105"/>
                  <a:gd name="connsiteX12" fmla="*/ 1190625 w 1190625"/>
                  <a:gd name="connsiteY12" fmla="*/ 409277 h 558105"/>
                  <a:gd name="connsiteX13" fmla="*/ 1041797 w 1190625"/>
                  <a:gd name="connsiteY13" fmla="*/ 558106 h 558105"/>
                  <a:gd name="connsiteX14" fmla="*/ 781348 w 1190625"/>
                  <a:gd name="connsiteY14" fmla="*/ 558106 h 558105"/>
                  <a:gd name="connsiteX15" fmla="*/ 632520 w 1190625"/>
                  <a:gd name="connsiteY15" fmla="*/ 409277 h 558105"/>
                  <a:gd name="connsiteX16" fmla="*/ 632520 w 1190625"/>
                  <a:gd name="connsiteY16" fmla="*/ 148828 h 558105"/>
                  <a:gd name="connsiteX17" fmla="*/ 781348 w 1190625"/>
                  <a:gd name="connsiteY17" fmla="*/ 0 h 55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0625" h="558105">
                    <a:moveTo>
                      <a:pt x="148828" y="0"/>
                    </a:moveTo>
                    <a:lnTo>
                      <a:pt x="409277" y="0"/>
                    </a:lnTo>
                    <a:cubicBezTo>
                      <a:pt x="491471" y="0"/>
                      <a:pt x="558106" y="66630"/>
                      <a:pt x="558106" y="148828"/>
                    </a:cubicBezTo>
                    <a:lnTo>
                      <a:pt x="558106" y="409277"/>
                    </a:lnTo>
                    <a:cubicBezTo>
                      <a:pt x="558106" y="491475"/>
                      <a:pt x="491471" y="558106"/>
                      <a:pt x="409277" y="558106"/>
                    </a:cubicBezTo>
                    <a:lnTo>
                      <a:pt x="148828" y="558106"/>
                    </a:lnTo>
                    <a:cubicBezTo>
                      <a:pt x="66634" y="558106"/>
                      <a:pt x="0" y="491475"/>
                      <a:pt x="0" y="409277"/>
                    </a:cubicBezTo>
                    <a:lnTo>
                      <a:pt x="0" y="148828"/>
                    </a:lnTo>
                    <a:cubicBezTo>
                      <a:pt x="0" y="66630"/>
                      <a:pt x="66634" y="0"/>
                      <a:pt x="148828" y="0"/>
                    </a:cubicBezTo>
                    <a:close/>
                    <a:moveTo>
                      <a:pt x="781348" y="0"/>
                    </a:moveTo>
                    <a:lnTo>
                      <a:pt x="1041797" y="0"/>
                    </a:lnTo>
                    <a:cubicBezTo>
                      <a:pt x="1123995" y="0"/>
                      <a:pt x="1190625" y="66630"/>
                      <a:pt x="1190625" y="148828"/>
                    </a:cubicBezTo>
                    <a:lnTo>
                      <a:pt x="1190625" y="409277"/>
                    </a:lnTo>
                    <a:cubicBezTo>
                      <a:pt x="1190625" y="491475"/>
                      <a:pt x="1123995" y="558106"/>
                      <a:pt x="1041797" y="558106"/>
                    </a:cubicBezTo>
                    <a:lnTo>
                      <a:pt x="781348" y="558106"/>
                    </a:lnTo>
                    <a:cubicBezTo>
                      <a:pt x="699150" y="558106"/>
                      <a:pt x="632520" y="491475"/>
                      <a:pt x="632520" y="409277"/>
                    </a:cubicBezTo>
                    <a:lnTo>
                      <a:pt x="632520" y="148828"/>
                    </a:lnTo>
                    <a:cubicBezTo>
                      <a:pt x="632520" y="66630"/>
                      <a:pt x="699150" y="0"/>
                      <a:pt x="781348" y="0"/>
                    </a:cubicBezTo>
                    <a:close/>
                  </a:path>
                </a:pathLst>
              </a:custGeom>
              <a:solidFill>
                <a:srgbClr val="0057D4"/>
              </a:solidFill>
              <a:ln w="1860" cap="flat">
                <a:noFill/>
                <a:prstDash val="solid"/>
                <a:miter/>
              </a:ln>
            </p:spPr>
            <p:txBody>
              <a:bodyPr rtlCol="0" anchor="ct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559"/>
            <a:ext cx="12192529" cy="6857441"/>
          </a:xfrm>
          <a:prstGeom prst="rect">
            <a:avLst/>
          </a:prstGeom>
          <a:gradFill>
            <a:gsLst>
              <a:gs pos="72000">
                <a:srgbClr val="18318C"/>
              </a:gs>
              <a:gs pos="0">
                <a:srgbClr val="3A3AC2"/>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2835A5"/>
              </a:solidFill>
            </a:endParaRPr>
          </a:p>
        </p:txBody>
      </p:sp>
      <p:pic>
        <p:nvPicPr>
          <p:cNvPr id="19" name="图片 18"/>
          <p:cNvPicPr>
            <a:picLocks noChangeAspect="1"/>
          </p:cNvPicPr>
          <p:nvPr/>
        </p:nvPicPr>
        <p:blipFill rotWithShape="1">
          <a:blip r:embed="rId1" cstate="print">
            <a:alphaModFix amt="86000"/>
            <a:extLst>
              <a:ext uri="{28A0092B-C50C-407E-A947-70E740481C1C}">
                <a14:useLocalDpi xmlns:a14="http://schemas.microsoft.com/office/drawing/2010/main" val="0"/>
              </a:ext>
            </a:extLst>
          </a:blip>
          <a:srcRect l="57121"/>
          <a:stretch>
            <a:fillRect/>
          </a:stretch>
        </p:blipFill>
        <p:spPr>
          <a:xfrm>
            <a:off x="6600337" y="1874"/>
            <a:ext cx="5229237" cy="6856126"/>
          </a:xfrm>
          <a:prstGeom prst="rect">
            <a:avLst/>
          </a:prstGeom>
        </p:spPr>
      </p:pic>
      <p:sp>
        <p:nvSpPr>
          <p:cNvPr id="2" name="文本框 1"/>
          <p:cNvSpPr txBox="1"/>
          <p:nvPr/>
        </p:nvSpPr>
        <p:spPr>
          <a:xfrm>
            <a:off x="1117201" y="1373124"/>
            <a:ext cx="3070492" cy="922020"/>
          </a:xfrm>
          <a:prstGeom prst="rect">
            <a:avLst/>
          </a:prstGeom>
          <a:noFill/>
        </p:spPr>
        <p:txBody>
          <a:bodyPr wrap="square" rtlCol="0">
            <a:spAutoFit/>
          </a:bodyPr>
          <a:lstStyle/>
          <a:p>
            <a:r>
              <a:rPr lang="zh-CN" altLang="en-US" sz="5400" b="1" spc="180" dirty="0">
                <a:solidFill>
                  <a:schemeClr val="bg1"/>
                </a:solidFill>
                <a:uFillTx/>
                <a:latin typeface="微软雅黑" panose="020B0503020204020204" pitchFamily="34" charset="-122"/>
                <a:ea typeface="微软雅黑" panose="020B0503020204020204" pitchFamily="34" charset="-122"/>
              </a:rPr>
              <a:t>项目背景</a:t>
            </a:r>
            <a:endParaRPr lang="zh-CN" altLang="en-US" sz="5400" b="1" spc="180" dirty="0">
              <a:solidFill>
                <a:schemeClr val="bg1"/>
              </a:solidFill>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1131489" y="1006962"/>
            <a:ext cx="2154636" cy="400110"/>
          </a:xfrm>
          <a:prstGeom prst="rect">
            <a:avLst/>
          </a:prstGeom>
          <a:noFill/>
        </p:spPr>
        <p:txBody>
          <a:bodyPr wrap="square">
            <a:spAutoFit/>
          </a:bodyPr>
          <a:lstStyle/>
          <a:p>
            <a:r>
              <a:rPr lang="en-US" altLang="zh-CN" sz="2000" dirty="0">
                <a:solidFill>
                  <a:schemeClr val="bg1"/>
                </a:solidFill>
                <a:latin typeface="微软雅黑 Light" panose="020B0502040204020203" pitchFamily="34" charset="-122"/>
                <a:ea typeface="微软雅黑 Light" panose="020B0502040204020203" pitchFamily="34" charset="-122"/>
                <a:cs typeface="+mn-ea"/>
                <a:sym typeface="+mn-lt"/>
              </a:rPr>
              <a:t>PART 1</a:t>
            </a:r>
            <a:endParaRPr lang="zh-CN" altLang="en-US" sz="2000" dirty="0">
              <a:latin typeface="微软雅黑 Light" panose="020B0502040204020203" pitchFamily="34" charset="-122"/>
              <a:ea typeface="微软雅黑 Light" panose="020B0502040204020203" pitchFamily="34" charset="-122"/>
            </a:endParaRPr>
          </a:p>
        </p:txBody>
      </p:sp>
      <p:grpSp>
        <p:nvGrpSpPr>
          <p:cNvPr id="6" name="组合 5" descr="e7d195523061f1c0c30ee18c1b05f65d12b38e2533cb2ccdAE0CC34CB5CBEBFAEC353FED4DECE97C3E379FD1D933F5E4DC18EF8EA6B7A1130D5F6DE9DD2BE4B0A8C9126ACE5083D1F5A9E323B29CCFC789518C7D6A04F119B2C2BA6C2D392B770AC0CE634954F6026173EFFBC74790B12ECBF60C8A15C0A51E938118406412A746BA9EB291FC8542"/>
          <p:cNvGrpSpPr>
            <a:grpSpLocks noChangeAspect="1"/>
          </p:cNvGrpSpPr>
          <p:nvPr/>
        </p:nvGrpSpPr>
        <p:grpSpPr>
          <a:xfrm>
            <a:off x="1131489" y="5814401"/>
            <a:ext cx="363374" cy="354789"/>
            <a:chOff x="13322895" y="1866900"/>
            <a:chExt cx="586701" cy="572839"/>
          </a:xfrm>
          <a:solidFill>
            <a:srgbClr val="F1F4FC">
              <a:alpha val="33000"/>
            </a:srgbClr>
          </a:solidFill>
        </p:grpSpPr>
        <p:sp>
          <p:nvSpPr>
            <p:cNvPr id="10" name="椭圆 9"/>
            <p:cNvSpPr/>
            <p:nvPr/>
          </p:nvSpPr>
          <p:spPr>
            <a:xfrm>
              <a:off x="13561104" y="186690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3442000"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3561104" y="205785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p:cNvSpPr/>
            <p:nvPr/>
          </p:nvSpPr>
          <p:spPr>
            <a:xfrm>
              <a:off x="13680208"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3322895"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3561104" y="219640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3799314"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561104" y="233496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custDataLst>
              <p:tags r:id="rId2"/>
            </p:custDataLst>
          </p:nvPr>
        </p:nvSpPr>
        <p:spPr>
          <a:xfrm>
            <a:off x="1205230" y="2889885"/>
            <a:ext cx="2243455" cy="1198880"/>
          </a:xfrm>
          <a:prstGeom prst="rect">
            <a:avLst/>
          </a:prstGeom>
          <a:noFill/>
        </p:spPr>
        <p:txBody>
          <a:bodyPr wrap="square" rtlCol="0">
            <a:spAutoFit/>
          </a:bodyPr>
          <a:p>
            <a:pPr marL="342900" indent="-342900" algn="l">
              <a:lnSpc>
                <a:spcPct val="150000"/>
              </a:lnSpc>
              <a:buFont typeface="Wingdings" panose="05000000000000000000" pitchFamily="2" charset="2"/>
              <a:buChar char="n"/>
            </a:pPr>
            <a:r>
              <a:rPr lang="zh-CN" sz="1600" dirty="0">
                <a:solidFill>
                  <a:schemeClr val="bg1"/>
                </a:solidFill>
                <a:latin typeface="微软雅黑" panose="020B0503020204020204" pitchFamily="34" charset="-122"/>
                <a:ea typeface="微软雅黑" panose="020B0503020204020204" pitchFamily="34" charset="-122"/>
              </a:rPr>
              <a:t>建设必要性</a:t>
            </a:r>
            <a:endParaRPr lang="zh-CN" sz="1600" dirty="0">
              <a:solidFill>
                <a:schemeClr val="bg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n"/>
            </a:pPr>
            <a:r>
              <a:rPr lang="zh-CN" altLang="en-US" sz="1600" dirty="0">
                <a:solidFill>
                  <a:schemeClr val="bg1"/>
                </a:solidFill>
                <a:latin typeface="微软雅黑" panose="020B0503020204020204" pitchFamily="34" charset="-122"/>
                <a:ea typeface="微软雅黑" panose="020B0503020204020204" pitchFamily="34" charset="-122"/>
              </a:rPr>
              <a:t>建设目标和思路</a:t>
            </a:r>
            <a:endParaRPr lang="zh-CN" altLang="en-US" sz="1600" dirty="0">
              <a:solidFill>
                <a:schemeClr val="bg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n"/>
            </a:pPr>
            <a:r>
              <a:rPr lang="zh-CN" altLang="en-US" sz="1600" dirty="0">
                <a:solidFill>
                  <a:schemeClr val="bg1"/>
                </a:solidFill>
                <a:latin typeface="微软雅黑" panose="020B0503020204020204" pitchFamily="34" charset="-122"/>
                <a:ea typeface="微软雅黑" panose="020B0503020204020204" pitchFamily="34" charset="-122"/>
              </a:rPr>
              <a:t>主要建设内容</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p:cNvGrpSpPr/>
          <p:nvPr/>
        </p:nvGrpSpPr>
        <p:grpSpPr>
          <a:xfrm>
            <a:off x="-1" y="4818348"/>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1"/>
              </p:custDataLst>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2"/>
              </p:custDataLst>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3"/>
              </p:custDataLst>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4"/>
              </p:custDataLst>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grpSp>
      <p:pic>
        <p:nvPicPr>
          <p:cNvPr id="52" name="图片 51"/>
          <p:cNvPicPr>
            <a:picLocks noChangeAspect="1"/>
          </p:cNvPicPr>
          <p:nvPr/>
        </p:nvPicPr>
        <p:blipFill>
          <a:blip r:embed="rId5"/>
          <a:stretch>
            <a:fillRect/>
          </a:stretch>
        </p:blipFill>
        <p:spPr>
          <a:xfrm>
            <a:off x="10709531" y="439853"/>
            <a:ext cx="1016579" cy="344049"/>
          </a:xfrm>
          <a:prstGeom prst="rect">
            <a:avLst/>
          </a:prstGeom>
        </p:spPr>
      </p:pic>
      <p:sp>
        <p:nvSpPr>
          <p:cNvPr id="53" name="文本框 52"/>
          <p:cNvSpPr txBox="1"/>
          <p:nvPr/>
        </p:nvSpPr>
        <p:spPr>
          <a:xfrm>
            <a:off x="840164" y="537371"/>
            <a:ext cx="2021840" cy="521970"/>
          </a:xfrm>
          <a:prstGeom prst="rect">
            <a:avLst/>
          </a:prstGeom>
          <a:noFill/>
        </p:spPr>
        <p:txBody>
          <a:bodyPr wrap="square" rtlCol="0">
            <a:spAutoFit/>
          </a:bodyPr>
          <a:lstStyle/>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项目背景</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组合 1"/>
          <p:cNvGrpSpPr/>
          <p:nvPr/>
        </p:nvGrpSpPr>
        <p:grpSpPr>
          <a:xfrm>
            <a:off x="0" y="288769"/>
            <a:ext cx="668020" cy="960755"/>
            <a:chOff x="0" y="455"/>
            <a:chExt cx="1052" cy="1513"/>
          </a:xfrm>
        </p:grpSpPr>
        <p:sp>
          <p:nvSpPr>
            <p:cNvPr id="54" name="矩形 53"/>
            <p:cNvSpPr/>
            <p:nvPr/>
          </p:nvSpPr>
          <p:spPr>
            <a:xfrm>
              <a:off x="0" y="1668"/>
              <a:ext cx="1052" cy="301"/>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nvSpPr>
          <p:spPr>
            <a:xfrm>
              <a:off x="0" y="455"/>
              <a:ext cx="1052" cy="1213"/>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a:t>
              </a:r>
              <a:endParaRPr lang="en-US" altLang="zh-CN" b="1" dirty="0">
                <a:solidFill>
                  <a:schemeClr val="bg1"/>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grpSp>
      <p:pic>
        <p:nvPicPr>
          <p:cNvPr id="4" name="图片 3"/>
          <p:cNvPicPr>
            <a:picLocks noChangeAspect="1"/>
          </p:cNvPicPr>
          <p:nvPr>
            <p:custDataLst>
              <p:tags r:id="rId6"/>
            </p:custDataLst>
          </p:nvPr>
        </p:nvPicPr>
        <p:blipFill>
          <a:blip r:embed="rId7"/>
          <a:srcRect l="234" t="413" r="285" b="198"/>
          <a:stretch>
            <a:fillRect/>
          </a:stretch>
        </p:blipFill>
        <p:spPr>
          <a:xfrm>
            <a:off x="8129270" y="1309370"/>
            <a:ext cx="3505516" cy="4680000"/>
          </a:xfrm>
          <a:prstGeom prst="rect">
            <a:avLst/>
          </a:prstGeom>
          <a:ln>
            <a:noFill/>
          </a:ln>
          <a:effectLst>
            <a:outerShdw blurRad="114300" sx="102000" sy="102000" algn="ctr" rotWithShape="0">
              <a:srgbClr val="7EA6FC">
                <a:alpha val="10000"/>
              </a:srgbClr>
            </a:outerShdw>
          </a:effectLst>
        </p:spPr>
      </p:pic>
      <p:sp>
        <p:nvSpPr>
          <p:cNvPr id="9" name="文本框 8"/>
          <p:cNvSpPr txBox="1"/>
          <p:nvPr>
            <p:custDataLst>
              <p:tags r:id="rId8"/>
            </p:custDataLst>
          </p:nvPr>
        </p:nvSpPr>
        <p:spPr>
          <a:xfrm>
            <a:off x="840105" y="1433830"/>
            <a:ext cx="7026275" cy="4707890"/>
          </a:xfrm>
          <a:prstGeom prst="rect">
            <a:avLst/>
          </a:prstGeom>
          <a:noFill/>
        </p:spPr>
        <p:txBody>
          <a:bodyPr wrap="square" rtlCol="0" anchor="t">
            <a:spAutoFit/>
          </a:bodyPr>
          <a:p>
            <a:pPr indent="0" fontAlgn="auto">
              <a:lnSpc>
                <a:spcPct val="150000"/>
              </a:lnSpc>
              <a:spcBef>
                <a:spcPts val="600"/>
              </a:spcBef>
              <a:spcAft>
                <a:spcPts val="0"/>
              </a:spcAft>
              <a:buFont typeface="Arial" panose="020B0604020202020204" pitchFamily="34" charset="0"/>
              <a:buNone/>
            </a:pPr>
            <a:r>
              <a:rPr lang="zh-CN" altLang="en-US" sz="1600" b="1">
                <a:latin typeface="微软雅黑" panose="020B0503020204020204" pitchFamily="34" charset="-122"/>
                <a:ea typeface="微软雅黑" panose="020B0503020204020204" pitchFamily="34" charset="-122"/>
              </a:rPr>
              <a:t>一、建设的必要性</a:t>
            </a:r>
            <a:endParaRPr lang="zh-CN" altLang="en-US" sz="1600" b="1">
              <a:latin typeface="微软雅黑" panose="020B0503020204020204" pitchFamily="34" charset="-122"/>
              <a:ea typeface="微软雅黑" panose="020B0503020204020204" pitchFamily="34" charset="-122"/>
            </a:endParaRPr>
          </a:p>
          <a:p>
            <a:pPr indent="457200" fontAlgn="auto">
              <a:lnSpc>
                <a:spcPct val="150000"/>
              </a:lnSpc>
              <a:spcBef>
                <a:spcPts val="600"/>
              </a:spcBef>
              <a:spcAft>
                <a:spcPts val="0"/>
              </a:spcAft>
              <a:buFont typeface="Arial" panose="020B0604020202020204" pitchFamily="34" charset="0"/>
              <a:buNone/>
            </a:pPr>
            <a:r>
              <a:rPr lang="zh-CN" altLang="en-US" sz="1200">
                <a:latin typeface="微软雅黑" panose="020B0503020204020204" pitchFamily="34" charset="-122"/>
                <a:ea typeface="微软雅黑" panose="020B0503020204020204" pitchFamily="34" charset="-122"/>
                <a:sym typeface="+mn-ea"/>
              </a:rPr>
              <a:t>目前全国已建成五级灾害信息员体系，基本覆盖到每个城乡社区。各级灾害信息员也能够按要求统计上报灾情，为抢险决策提供信息支撑，</a:t>
            </a:r>
            <a:r>
              <a:rPr lang="zh-CN" altLang="en-US" sz="1200" b="1">
                <a:latin typeface="微软雅黑" panose="020B0503020204020204" pitchFamily="34" charset="-122"/>
                <a:ea typeface="微软雅黑" panose="020B0503020204020204" pitchFamily="34" charset="-122"/>
                <a:sym typeface="+mn-ea"/>
              </a:rPr>
              <a:t>但在队伍稳定性、业务能力、保障措施仍存在部分问题</a:t>
            </a:r>
            <a:r>
              <a:rPr lang="zh-CN" altLang="en-US" sz="1200">
                <a:latin typeface="微软雅黑" panose="020B0503020204020204" pitchFamily="34" charset="-122"/>
                <a:ea typeface="微软雅黑" panose="020B0503020204020204" pitchFamily="34" charset="-122"/>
                <a:sym typeface="+mn-ea"/>
              </a:rPr>
              <a:t>。</a:t>
            </a:r>
            <a:endParaRPr lang="zh-CN" altLang="en-US" sz="1200">
              <a:latin typeface="微软雅黑" panose="020B0503020204020204" pitchFamily="34" charset="-122"/>
              <a:ea typeface="微软雅黑" panose="020B0503020204020204" pitchFamily="34" charset="-122"/>
            </a:endParaRPr>
          </a:p>
          <a:p>
            <a:pPr indent="0" fontAlgn="auto">
              <a:lnSpc>
                <a:spcPct val="150000"/>
              </a:lnSpc>
              <a:spcBef>
                <a:spcPts val="600"/>
              </a:spcBef>
              <a:spcAft>
                <a:spcPts val="0"/>
              </a:spcAft>
            </a:pPr>
            <a:r>
              <a:rPr lang="zh-CN" altLang="en-US" sz="1600" b="1">
                <a:latin typeface="微软雅黑" panose="020B0503020204020204" pitchFamily="34" charset="-122"/>
                <a:ea typeface="微软雅黑" panose="020B0503020204020204" pitchFamily="34" charset="-122"/>
                <a:sym typeface="+mn-ea"/>
              </a:rPr>
              <a:t>二、建设目标和思路</a:t>
            </a:r>
            <a:endParaRPr lang="zh-CN" altLang="en-US" sz="1600" b="1">
              <a:latin typeface="微软雅黑" panose="020B0503020204020204" pitchFamily="34" charset="-122"/>
              <a:ea typeface="微软雅黑" panose="020B0503020204020204" pitchFamily="34" charset="-122"/>
            </a:endParaRPr>
          </a:p>
          <a:p>
            <a:pPr indent="457200" fontAlgn="auto">
              <a:lnSpc>
                <a:spcPct val="150000"/>
              </a:lnSpc>
              <a:spcBef>
                <a:spcPts val="600"/>
              </a:spcBef>
              <a:spcAft>
                <a:spcPts val="0"/>
              </a:spcAft>
            </a:pPr>
            <a:r>
              <a:rPr sz="1200">
                <a:latin typeface="微软雅黑" panose="020B0503020204020204" pitchFamily="34" charset="-122"/>
                <a:ea typeface="微软雅黑" panose="020B0503020204020204" pitchFamily="34" charset="-122"/>
                <a:sym typeface="+mn-ea"/>
              </a:rPr>
              <a:t>着眼于将系统化</a:t>
            </a:r>
            <a:r>
              <a:rPr sz="1200" b="1">
                <a:latin typeface="微软雅黑" panose="020B0503020204020204" pitchFamily="34" charset="-122"/>
                <a:ea typeface="微软雅黑" panose="020B0503020204020204" pitchFamily="34" charset="-122"/>
                <a:sym typeface="+mn-ea"/>
              </a:rPr>
              <a:t>灾情管理知识和操作技能碎片化、标准化</a:t>
            </a:r>
            <a:r>
              <a:rPr sz="1200">
                <a:latin typeface="微软雅黑" panose="020B0503020204020204" pitchFamily="34" charset="-122"/>
                <a:ea typeface="微软雅黑" panose="020B0503020204020204" pitchFamily="34" charset="-122"/>
                <a:sym typeface="+mn-ea"/>
              </a:rPr>
              <a:t>，通过信息化和智能化手段为基层灾害信息员提供“有组织、有管理、有指导、有服务”的学习渠道，满足互联网条件下广大基层灾害信息员</a:t>
            </a:r>
            <a:r>
              <a:rPr sz="1200" b="1">
                <a:latin typeface="微软雅黑" panose="020B0503020204020204" pitchFamily="34" charset="-122"/>
                <a:ea typeface="微软雅黑" panose="020B0503020204020204" pitchFamily="34" charset="-122"/>
                <a:sym typeface="+mn-ea"/>
              </a:rPr>
              <a:t>多样化、自主化、便捷化的学习需求</a:t>
            </a:r>
            <a:r>
              <a:rPr sz="1200">
                <a:latin typeface="微软雅黑" panose="020B0503020204020204" pitchFamily="34" charset="-122"/>
                <a:ea typeface="微软雅黑" panose="020B0503020204020204" pitchFamily="34" charset="-122"/>
                <a:sym typeface="+mn-ea"/>
              </a:rPr>
              <a:t>；建立学与用相结合的“链条式”培训机制，探索推行学习积分管理与上岗准入相挂钩，构建有效的学习激励氛围。</a:t>
            </a:r>
            <a:endParaRPr sz="1200">
              <a:latin typeface="微软雅黑" panose="020B0503020204020204" pitchFamily="34" charset="-122"/>
              <a:ea typeface="微软雅黑" panose="020B0503020204020204" pitchFamily="34" charset="-122"/>
              <a:sym typeface="+mn-ea"/>
            </a:endParaRPr>
          </a:p>
          <a:p>
            <a:pPr indent="0" fontAlgn="auto">
              <a:lnSpc>
                <a:spcPct val="150000"/>
              </a:lnSpc>
              <a:spcBef>
                <a:spcPts val="600"/>
              </a:spcBef>
              <a:spcAft>
                <a:spcPts val="0"/>
              </a:spcAft>
            </a:pPr>
            <a:r>
              <a:rPr lang="zh-CN" sz="1600" b="1">
                <a:latin typeface="微软雅黑" panose="020B0503020204020204" pitchFamily="34" charset="-122"/>
                <a:ea typeface="微软雅黑" panose="020B0503020204020204" pitchFamily="34" charset="-122"/>
                <a:sym typeface="+mn-ea"/>
              </a:rPr>
              <a:t>三、主要建设内容</a:t>
            </a:r>
            <a:endParaRPr lang="zh-CN" sz="1600" b="1">
              <a:latin typeface="微软雅黑" panose="020B0503020204020204" pitchFamily="34" charset="-122"/>
              <a:ea typeface="微软雅黑" panose="020B0503020204020204" pitchFamily="34" charset="-122"/>
              <a:sym typeface="+mn-ea"/>
            </a:endParaRPr>
          </a:p>
          <a:p>
            <a:pPr indent="0" fontAlgn="auto">
              <a:lnSpc>
                <a:spcPct val="150000"/>
              </a:lnSpc>
              <a:spcBef>
                <a:spcPts val="600"/>
              </a:spcBef>
              <a:spcAft>
                <a:spcPts val="0"/>
              </a:spcAft>
            </a:pPr>
            <a:r>
              <a:rPr lang="zh-CN" sz="1200">
                <a:latin typeface="微软雅黑" panose="020B0503020204020204" pitchFamily="34" charset="-122"/>
                <a:ea typeface="微软雅黑" panose="020B0503020204020204" pitchFamily="34" charset="-122"/>
                <a:sym typeface="+mn-ea"/>
              </a:rPr>
              <a:t> </a:t>
            </a:r>
            <a:r>
              <a:rPr lang="en-US" altLang="zh-CN" sz="1200">
                <a:latin typeface="微软雅黑" panose="020B0503020204020204" pitchFamily="34" charset="-122"/>
                <a:ea typeface="微软雅黑" panose="020B0503020204020204" pitchFamily="34" charset="-122"/>
                <a:sym typeface="+mn-ea"/>
              </a:rPr>
              <a:t>     </a:t>
            </a:r>
            <a:r>
              <a:rPr lang="zh-CN" sz="1200">
                <a:latin typeface="微软雅黑" panose="020B0503020204020204" pitchFamily="34" charset="-122"/>
                <a:ea typeface="微软雅黑" panose="020B0503020204020204" pitchFamily="34" charset="-122"/>
                <a:sym typeface="+mn-ea"/>
              </a:rPr>
              <a:t>（一）</a:t>
            </a:r>
            <a:r>
              <a:rPr lang="zh-CN" sz="1200" b="1">
                <a:latin typeface="微软雅黑" panose="020B0503020204020204" pitchFamily="34" charset="-122"/>
                <a:ea typeface="微软雅黑" panose="020B0503020204020204" pitchFamily="34" charset="-122"/>
                <a:sym typeface="+mn-ea"/>
              </a:rPr>
              <a:t>线上学习平台建设</a:t>
            </a:r>
            <a:r>
              <a:rPr lang="zh-CN" sz="1200">
                <a:latin typeface="微软雅黑" panose="020B0503020204020204" pitchFamily="34" charset="-122"/>
                <a:ea typeface="微软雅黑" panose="020B0503020204020204" pitchFamily="34" charset="-122"/>
                <a:sym typeface="+mn-ea"/>
              </a:rPr>
              <a:t>。为基层灾害信息员系统全面获取相关业务知识提供权威学习渠道；为上级部门监督考核灾害信息员学习参训情况和准入上岗提供权威管理工具。</a:t>
            </a:r>
            <a:br>
              <a:rPr lang="zh-CN" sz="1200">
                <a:latin typeface="微软雅黑" panose="020B0503020204020204" pitchFamily="34" charset="-122"/>
                <a:ea typeface="微软雅黑" panose="020B0503020204020204" pitchFamily="34" charset="-122"/>
                <a:sym typeface="+mn-ea"/>
              </a:rPr>
            </a:br>
            <a:r>
              <a:rPr lang="en-US" altLang="zh-CN" sz="1200">
                <a:latin typeface="微软雅黑" panose="020B0503020204020204" pitchFamily="34" charset="-122"/>
                <a:ea typeface="微软雅黑" panose="020B0503020204020204" pitchFamily="34" charset="-122"/>
                <a:sym typeface="+mn-ea"/>
              </a:rPr>
              <a:t>     </a:t>
            </a:r>
            <a:r>
              <a:rPr lang="zh-CN" sz="1200">
                <a:latin typeface="微软雅黑" panose="020B0503020204020204" pitchFamily="34" charset="-122"/>
                <a:ea typeface="微软雅黑" panose="020B0503020204020204" pitchFamily="34" charset="-122"/>
                <a:sym typeface="+mn-ea"/>
              </a:rPr>
              <a:t>（二）</a:t>
            </a:r>
            <a:r>
              <a:rPr lang="zh-CN" sz="1200" b="1">
                <a:latin typeface="微软雅黑" panose="020B0503020204020204" pitchFamily="34" charset="-122"/>
                <a:ea typeface="微软雅黑" panose="020B0503020204020204" pitchFamily="34" charset="-122"/>
                <a:sym typeface="+mn-ea"/>
              </a:rPr>
              <a:t>培训短视频课件制作</a:t>
            </a:r>
            <a:r>
              <a:rPr lang="zh-CN" sz="1200">
                <a:latin typeface="微软雅黑" panose="020B0503020204020204" pitchFamily="34" charset="-122"/>
                <a:ea typeface="微软雅黑" panose="020B0503020204020204" pitchFamily="34" charset="-122"/>
                <a:sym typeface="+mn-ea"/>
              </a:rPr>
              <a:t>。便于基层灾害信息员快速了解掌握核心业务问题的正确应对处理方法。</a:t>
            </a:r>
            <a:endParaRPr lang="zh-CN" sz="1200">
              <a:latin typeface="微软雅黑" panose="020B0503020204020204" pitchFamily="34" charset="-122"/>
              <a:ea typeface="微软雅黑" panose="020B0503020204020204" pitchFamily="34" charset="-122"/>
              <a:sym typeface="+mn-ea"/>
            </a:endParaRPr>
          </a:p>
          <a:p>
            <a:pPr indent="0" fontAlgn="auto">
              <a:lnSpc>
                <a:spcPct val="150000"/>
              </a:lnSpc>
              <a:spcBef>
                <a:spcPts val="600"/>
              </a:spcBef>
              <a:spcAft>
                <a:spcPts val="0"/>
              </a:spcAft>
            </a:pPr>
            <a:r>
              <a:rPr lang="zh-CN" sz="1200">
                <a:latin typeface="微软雅黑" panose="020B0503020204020204" pitchFamily="34" charset="-122"/>
                <a:ea typeface="微软雅黑" panose="020B0503020204020204" pitchFamily="34" charset="-122"/>
                <a:sym typeface="+mn-ea"/>
              </a:rPr>
              <a:t> </a:t>
            </a:r>
            <a:r>
              <a:rPr lang="en-US" altLang="zh-CN" sz="1200">
                <a:latin typeface="微软雅黑" panose="020B0503020204020204" pitchFamily="34" charset="-122"/>
                <a:ea typeface="微软雅黑" panose="020B0503020204020204" pitchFamily="34" charset="-122"/>
                <a:sym typeface="+mn-ea"/>
              </a:rPr>
              <a:t>    </a:t>
            </a:r>
            <a:r>
              <a:rPr lang="zh-CN" sz="1200">
                <a:latin typeface="微软雅黑" panose="020B0503020204020204" pitchFamily="34" charset="-122"/>
                <a:ea typeface="微软雅黑" panose="020B0503020204020204" pitchFamily="34" charset="-122"/>
                <a:sym typeface="+mn-ea"/>
              </a:rPr>
              <a:t>（三）</a:t>
            </a:r>
            <a:r>
              <a:rPr lang="zh-CN" sz="1200" b="1">
                <a:latin typeface="微软雅黑" panose="020B0503020204020204" pitchFamily="34" charset="-122"/>
                <a:ea typeface="微软雅黑" panose="020B0503020204020204" pitchFamily="34" charset="-122"/>
                <a:sym typeface="+mn-ea"/>
              </a:rPr>
              <a:t>线上题库建设</a:t>
            </a:r>
            <a:r>
              <a:rPr lang="zh-CN" sz="1200">
                <a:latin typeface="微软雅黑" panose="020B0503020204020204" pitchFamily="34" charset="-122"/>
                <a:ea typeface="微软雅黑" panose="020B0503020204020204" pitchFamily="34" charset="-122"/>
                <a:sym typeface="+mn-ea"/>
              </a:rPr>
              <a:t>。为基层灾害信息员开展针对性自主测试，提供权威性的工具。上级部门开展常态化考核测试，提供便捷化的工具。</a:t>
            </a:r>
            <a:endParaRPr lang="zh-CN" sz="120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559"/>
            <a:ext cx="12192529" cy="6857441"/>
          </a:xfrm>
          <a:prstGeom prst="rect">
            <a:avLst/>
          </a:prstGeom>
          <a:gradFill>
            <a:gsLst>
              <a:gs pos="72000">
                <a:srgbClr val="18318C"/>
              </a:gs>
              <a:gs pos="0">
                <a:srgbClr val="3A3AC2"/>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2835A5"/>
              </a:solidFill>
            </a:endParaRPr>
          </a:p>
        </p:txBody>
      </p:sp>
      <p:pic>
        <p:nvPicPr>
          <p:cNvPr id="19" name="图片 18"/>
          <p:cNvPicPr>
            <a:picLocks noChangeAspect="1"/>
          </p:cNvPicPr>
          <p:nvPr/>
        </p:nvPicPr>
        <p:blipFill rotWithShape="1">
          <a:blip r:embed="rId1" cstate="print">
            <a:alphaModFix amt="86000"/>
            <a:extLst>
              <a:ext uri="{28A0092B-C50C-407E-A947-70E740481C1C}">
                <a14:useLocalDpi xmlns:a14="http://schemas.microsoft.com/office/drawing/2010/main" val="0"/>
              </a:ext>
            </a:extLst>
          </a:blip>
          <a:srcRect l="57121"/>
          <a:stretch>
            <a:fillRect/>
          </a:stretch>
        </p:blipFill>
        <p:spPr>
          <a:xfrm>
            <a:off x="6600337" y="1874"/>
            <a:ext cx="5229237" cy="6856126"/>
          </a:xfrm>
          <a:prstGeom prst="rect">
            <a:avLst/>
          </a:prstGeom>
        </p:spPr>
      </p:pic>
      <p:sp>
        <p:nvSpPr>
          <p:cNvPr id="2" name="文本框 1"/>
          <p:cNvSpPr txBox="1"/>
          <p:nvPr/>
        </p:nvSpPr>
        <p:spPr>
          <a:xfrm>
            <a:off x="1117201" y="1373124"/>
            <a:ext cx="3070492" cy="922020"/>
          </a:xfrm>
          <a:prstGeom prst="rect">
            <a:avLst/>
          </a:prstGeom>
          <a:noFill/>
        </p:spPr>
        <p:txBody>
          <a:bodyPr wrap="square" rtlCol="0">
            <a:spAutoFit/>
          </a:bodyPr>
          <a:lstStyle/>
          <a:p>
            <a:r>
              <a:rPr lang="zh-CN" altLang="en-US" sz="5400" b="1" spc="180" dirty="0">
                <a:solidFill>
                  <a:schemeClr val="bg1"/>
                </a:solidFill>
                <a:uFillTx/>
                <a:latin typeface="微软雅黑" panose="020B0503020204020204" pitchFamily="34" charset="-122"/>
                <a:ea typeface="微软雅黑" panose="020B0503020204020204" pitchFamily="34" charset="-122"/>
              </a:rPr>
              <a:t>需求分析</a:t>
            </a:r>
            <a:endParaRPr lang="zh-CN" altLang="en-US" sz="5400" b="1" spc="180" dirty="0">
              <a:solidFill>
                <a:schemeClr val="bg1"/>
              </a:solidFill>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1131489" y="1006962"/>
            <a:ext cx="2154636" cy="398780"/>
          </a:xfrm>
          <a:prstGeom prst="rect">
            <a:avLst/>
          </a:prstGeom>
          <a:noFill/>
        </p:spPr>
        <p:txBody>
          <a:bodyPr wrap="square">
            <a:spAutoFit/>
          </a:bodyPr>
          <a:lstStyle/>
          <a:p>
            <a:r>
              <a:rPr lang="en-US" altLang="zh-CN" sz="2000" dirty="0">
                <a:solidFill>
                  <a:schemeClr val="bg1"/>
                </a:solidFill>
                <a:latin typeface="微软雅黑 Light" panose="020B0502040204020203" pitchFamily="34" charset="-122"/>
                <a:ea typeface="微软雅黑 Light" panose="020B0502040204020203" pitchFamily="34" charset="-122"/>
                <a:cs typeface="+mn-ea"/>
                <a:sym typeface="+mn-lt"/>
              </a:rPr>
              <a:t>PART 2</a:t>
            </a:r>
            <a:endParaRPr lang="zh-CN" altLang="en-US" sz="2000" dirty="0">
              <a:latin typeface="微软雅黑 Light" panose="020B0502040204020203" pitchFamily="34" charset="-122"/>
              <a:ea typeface="微软雅黑 Light" panose="020B0502040204020203" pitchFamily="34" charset="-122"/>
            </a:endParaRPr>
          </a:p>
        </p:txBody>
      </p:sp>
      <p:grpSp>
        <p:nvGrpSpPr>
          <p:cNvPr id="6" name="组合 5" descr="e7d195523061f1c0c30ee18c1b05f65d12b38e2533cb2ccdAE0CC34CB5CBEBFAEC353FED4DECE97C3E379FD1D933F5E4DC18EF8EA6B7A1130D5F6DE9DD2BE4B0A8C9126ACE5083D1F5A9E323B29CCFC789518C7D6A04F119B2C2BA6C2D392B770AC0CE634954F6026173EFFBC74790B12ECBF60C8A15C0A51E938118406412A746BA9EB291FC8542"/>
          <p:cNvGrpSpPr>
            <a:grpSpLocks noChangeAspect="1"/>
          </p:cNvGrpSpPr>
          <p:nvPr/>
        </p:nvGrpSpPr>
        <p:grpSpPr>
          <a:xfrm>
            <a:off x="1131489" y="5814401"/>
            <a:ext cx="363374" cy="354789"/>
            <a:chOff x="13322895" y="1866900"/>
            <a:chExt cx="586701" cy="572839"/>
          </a:xfrm>
          <a:solidFill>
            <a:srgbClr val="F1F4FC">
              <a:alpha val="33000"/>
            </a:srgbClr>
          </a:solidFill>
        </p:grpSpPr>
        <p:sp>
          <p:nvSpPr>
            <p:cNvPr id="10" name="椭圆 9"/>
            <p:cNvSpPr/>
            <p:nvPr/>
          </p:nvSpPr>
          <p:spPr>
            <a:xfrm>
              <a:off x="13561104" y="186690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3442000"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3561104" y="205785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p:cNvSpPr/>
            <p:nvPr/>
          </p:nvSpPr>
          <p:spPr>
            <a:xfrm>
              <a:off x="13680208"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3322895"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3561104" y="219640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3799314"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561104" y="233496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custDataLst>
              <p:tags r:id="rId2"/>
            </p:custDataLst>
          </p:nvPr>
        </p:nvSpPr>
        <p:spPr>
          <a:xfrm>
            <a:off x="1043305" y="2999105"/>
            <a:ext cx="4565015" cy="829945"/>
          </a:xfrm>
          <a:prstGeom prst="rect">
            <a:avLst/>
          </a:prstGeom>
          <a:noFill/>
        </p:spPr>
        <p:txBody>
          <a:bodyPr wrap="square" rtlCol="0">
            <a:spAutoFit/>
          </a:bodyPr>
          <a:p>
            <a:pPr marL="342900" indent="-342900" algn="l">
              <a:lnSpc>
                <a:spcPct val="150000"/>
              </a:lnSpc>
              <a:buFont typeface="Wingdings" panose="05000000000000000000" pitchFamily="2" charset="2"/>
              <a:buChar char="n"/>
            </a:pPr>
            <a:r>
              <a:rPr lang="zh-CN" sz="1600" dirty="0">
                <a:solidFill>
                  <a:schemeClr val="bg1"/>
                </a:solidFill>
                <a:latin typeface="微软雅黑" panose="020B0503020204020204" pitchFamily="34" charset="-122"/>
                <a:ea typeface="微软雅黑" panose="020B0503020204020204" pitchFamily="34" charset="-122"/>
              </a:rPr>
              <a:t>现状分析</a:t>
            </a:r>
            <a:endParaRPr lang="zh-CN" sz="1600" dirty="0">
              <a:solidFill>
                <a:schemeClr val="bg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n"/>
            </a:pPr>
            <a:r>
              <a:rPr lang="zh-CN" altLang="en-US" sz="1600" dirty="0">
                <a:solidFill>
                  <a:schemeClr val="bg1"/>
                </a:solidFill>
                <a:latin typeface="微软雅黑" panose="020B0503020204020204" pitchFamily="34" charset="-122"/>
                <a:ea typeface="微软雅黑" panose="020B0503020204020204" pitchFamily="34" charset="-122"/>
              </a:rPr>
              <a:t>问题与需求分析</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7" name="文本框 6"/>
          <p:cNvSpPr txBox="1"/>
          <p:nvPr>
            <p:custDataLst>
              <p:tags r:id="rId2"/>
            </p:custDataLst>
          </p:nvPr>
        </p:nvSpPr>
        <p:spPr>
          <a:xfrm>
            <a:off x="840105" y="288925"/>
            <a:ext cx="2884805" cy="521970"/>
          </a:xfrm>
          <a:prstGeom prst="rect">
            <a:avLst/>
          </a:prstGeom>
          <a:noFill/>
        </p:spPr>
        <p:txBody>
          <a:bodyPr wrap="square" rtlCol="0">
            <a:spAutoFit/>
          </a:bodyPr>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现状分析</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3"/>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800"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15" name="矩形 14"/>
          <p:cNvSpPr/>
          <p:nvPr>
            <p:custDataLst>
              <p:tags r:id="rId4"/>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2</a:t>
            </a:r>
            <a:endParaRPr lang="en-US" altLang="zh-CN" b="1" dirty="0">
              <a:solidFill>
                <a:schemeClr val="bg1"/>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custDataLst>
              <p:tags r:id="rId5"/>
            </p:custDataLst>
          </p:nvPr>
        </p:nvSpPr>
        <p:spPr>
          <a:xfrm>
            <a:off x="840105" y="851535"/>
            <a:ext cx="3787775" cy="398780"/>
          </a:xfrm>
          <a:prstGeom prst="rect">
            <a:avLst/>
          </a:prstGeom>
          <a:noFill/>
        </p:spPr>
        <p:txBody>
          <a:bodyPr wrap="square" rtlCol="0" anchor="t">
            <a:spAutoFit/>
          </a:bodyPr>
          <a:p>
            <a:r>
              <a:rPr lang="zh-CN" altLang="en-US" sz="2000" b="1" dirty="0">
                <a:solidFill>
                  <a:srgbClr val="3674F1"/>
                </a:solidFill>
                <a:latin typeface="微软雅黑" panose="020B0503020204020204" pitchFamily="34" charset="-122"/>
                <a:ea typeface="微软雅黑" panose="020B0503020204020204" pitchFamily="34" charset="-122"/>
              </a:rPr>
              <a:t>灾害信息员培训要求与培训机制</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sp>
        <p:nvSpPr>
          <p:cNvPr id="3" name="文本框 2"/>
          <p:cNvSpPr txBox="1"/>
          <p:nvPr>
            <p:custDataLst>
              <p:tags r:id="rId6"/>
            </p:custDataLst>
          </p:nvPr>
        </p:nvSpPr>
        <p:spPr>
          <a:xfrm>
            <a:off x="847725" y="1442720"/>
            <a:ext cx="6523990" cy="1168400"/>
          </a:xfrm>
          <a:prstGeom prst="rect">
            <a:avLst/>
          </a:prstGeom>
          <a:noFill/>
        </p:spPr>
        <p:txBody>
          <a:bodyPr wrap="square" rtlCol="0" anchor="t">
            <a:spAutoFit/>
          </a:bodyPr>
          <a:p>
            <a:pPr indent="0" fontAlgn="auto">
              <a:lnSpc>
                <a:spcPct val="150000"/>
              </a:lnSpc>
              <a:spcBef>
                <a:spcPts val="600"/>
              </a:spcBef>
              <a:buFont typeface="Arial" panose="020B0604020202020204" pitchFamily="34" charset="0"/>
              <a:buNone/>
            </a:pPr>
            <a:r>
              <a:rPr sz="1400" b="1">
                <a:latin typeface="微软雅黑" panose="020B0503020204020204" pitchFamily="34" charset="-122"/>
                <a:ea typeface="微软雅黑" panose="020B0503020204020204" pitchFamily="34" charset="-122"/>
                <a:cs typeface="微软雅黑" panose="020B0503020204020204" pitchFamily="34" charset="-122"/>
                <a:sym typeface="+mn-ea"/>
              </a:rPr>
              <a:t>《应急管理部 民政部 财政部关于加强全国灾害信息员队伍建设的指导意见》</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spcBef>
                <a:spcPts val="600"/>
              </a:spcBef>
            </a:pP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建立灾害信息员分级培训机制</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spcBef>
                <a:spcPts val="600"/>
              </a:spcBef>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（一）明确灾害信息员分级培训目标。针对不同层级灾害信息员开展不同形式内容的专题培训。</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p:nvPr>
            <p:custDataLst>
              <p:tags r:id="rId7"/>
            </p:custDataLst>
          </p:nvPr>
        </p:nvGraphicFramePr>
        <p:xfrm>
          <a:off x="1438593" y="2871470"/>
          <a:ext cx="8038465" cy="1881705"/>
        </p:xfrm>
        <a:graphic>
          <a:graphicData uri="http://schemas.openxmlformats.org/drawingml/2006/table">
            <a:tbl>
              <a:tblPr/>
              <a:tblGrid>
                <a:gridCol w="2134870"/>
                <a:gridCol w="5903595"/>
              </a:tblGrid>
              <a:tr h="370205">
                <a:tc>
                  <a:txBody>
                    <a:bodyPr/>
                    <a:p>
                      <a:pPr indent="0" algn="ctr">
                        <a:buNone/>
                      </a:pPr>
                      <a:r>
                        <a:rPr lang="zh-CN" altLang="en-US" sz="1200" b="1">
                          <a:latin typeface="微软雅黑" panose="020B0503020204020204" pitchFamily="34" charset="-122"/>
                          <a:ea typeface="微软雅黑" panose="020B0503020204020204" pitchFamily="34" charset="-122"/>
                          <a:cs typeface="宋体" panose="02010600030101010101" pitchFamily="2" charset="-122"/>
                        </a:rPr>
                        <a:t>组织方</a:t>
                      </a:r>
                      <a:endParaRPr lang="zh-CN" altLang="en-US" sz="12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a:noFill/>
                    </a:lnL>
                    <a:lnR>
                      <a:noFill/>
                    </a:lnR>
                    <a:lnT w="12700">
                      <a:solidFill>
                        <a:srgbClr val="7EA6FC"/>
                      </a:solidFill>
                      <a:prstDash val="solid"/>
                    </a:lnT>
                    <a:lnB w="12700">
                      <a:solidFill>
                        <a:srgbClr val="D9E9FF"/>
                      </a:solidFill>
                      <a:prstDash val="solid"/>
                    </a:lnB>
                    <a:lnTlToBr>
                      <a:noFill/>
                    </a:lnTlToBr>
                    <a:lnBlToTr>
                      <a:noFill/>
                    </a:lnBlToTr>
                    <a:noFill/>
                  </a:tcPr>
                </a:tc>
                <a:tc>
                  <a:txBody>
                    <a:bodyPr/>
                    <a:p>
                      <a:pPr indent="0" algn="ctr">
                        <a:buNone/>
                      </a:pPr>
                      <a:r>
                        <a:rPr lang="zh-CN" altLang="en-US" sz="1200" b="1">
                          <a:latin typeface="微软雅黑" panose="020B0503020204020204" pitchFamily="34" charset="-122"/>
                          <a:ea typeface="微软雅黑" panose="020B0503020204020204" pitchFamily="34" charset="-122"/>
                          <a:cs typeface="宋体" panose="02010600030101010101" pitchFamily="2" charset="-122"/>
                        </a:rPr>
                        <a:t>培训对象</a:t>
                      </a:r>
                      <a:endParaRPr lang="zh-CN" altLang="en-US" sz="12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a:noFill/>
                    </a:lnL>
                    <a:lnR>
                      <a:noFill/>
                    </a:lnR>
                    <a:lnT w="12700">
                      <a:solidFill>
                        <a:srgbClr val="7EA6FC"/>
                      </a:solidFill>
                      <a:prstDash val="solid"/>
                    </a:lnT>
                    <a:lnB w="12700">
                      <a:solidFill>
                        <a:srgbClr val="D9E9FF"/>
                      </a:solidFill>
                      <a:prstDash val="solid"/>
                    </a:lnB>
                    <a:lnTlToBr>
                      <a:noFill/>
                    </a:lnTlToBr>
                    <a:lnBlToTr>
                      <a:noFill/>
                    </a:lnBlToTr>
                    <a:noFill/>
                  </a:tcPr>
                </a:tc>
              </a:tr>
              <a:tr h="431800">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国家应急管理部</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a:noFill/>
                    </a:lnL>
                    <a:lnR>
                      <a:noFill/>
                    </a:lnR>
                    <a:lnT w="12700">
                      <a:solidFill>
                        <a:srgbClr val="D9E9FF"/>
                      </a:solidFill>
                      <a:prstDash val="solid"/>
                    </a:lnT>
                    <a:lnB w="12700">
                      <a:solidFill>
                        <a:srgbClr val="D9E9FF"/>
                      </a:solidFill>
                      <a:prstDash val="solid"/>
                    </a:lnB>
                    <a:lnTlToBr>
                      <a:noFill/>
                    </a:lnTlToBr>
                    <a:lnBlToTr>
                      <a:noFill/>
                    </a:lnBlToTr>
                    <a:noFill/>
                  </a:tcPr>
                </a:tc>
                <a:tc>
                  <a:txBody>
                    <a:bodyPr/>
                    <a:p>
                      <a:pPr indent="0">
                        <a:lnSpc>
                          <a:spcPct val="150000"/>
                        </a:lnSpc>
                        <a:buNone/>
                      </a:pPr>
                      <a:r>
                        <a:rPr lang="en-US" sz="1200" b="0">
                          <a:latin typeface="微软雅黑" panose="020B0503020204020204" pitchFamily="34" charset="-122"/>
                          <a:ea typeface="微软雅黑" panose="020B0503020204020204" pitchFamily="34" charset="-122"/>
                          <a:cs typeface="宋体" panose="02010600030101010101" pitchFamily="2" charset="-122"/>
                        </a:rPr>
                        <a:t> 全国灾害信息员师资培训项目</a:t>
                      </a:r>
                      <a:r>
                        <a:rPr lang="zh-CN" altLang="en-US" sz="1200" b="0">
                          <a:latin typeface="微软雅黑" panose="020B0503020204020204" pitchFamily="34" charset="-122"/>
                          <a:ea typeface="微软雅黑" panose="020B0503020204020204" pitchFamily="34" charset="-122"/>
                          <a:cs typeface="宋体" panose="02010600030101010101" pitchFamily="2" charset="-122"/>
                        </a:rPr>
                        <a:t>：覆盖全国所有地市级及部分多灾易灾县灾情管理骨干</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a:noFill/>
                    </a:lnL>
                    <a:lnR>
                      <a:noFill/>
                    </a:lnR>
                    <a:lnT w="12700">
                      <a:solidFill>
                        <a:srgbClr val="D9E9FF"/>
                      </a:solidFill>
                      <a:prstDash val="solid"/>
                    </a:lnT>
                    <a:lnB w="12700">
                      <a:solidFill>
                        <a:srgbClr val="D9E9FF"/>
                      </a:solidFill>
                      <a:prstDash val="solid"/>
                    </a:lnB>
                    <a:lnTlToBr>
                      <a:noFill/>
                    </a:lnTlToBr>
                    <a:lnBlToTr>
                      <a:noFill/>
                    </a:lnBlToTr>
                    <a:noFill/>
                  </a:tcPr>
                </a:tc>
              </a:tr>
              <a:tr h="432000">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省级应急管理厅 (局)</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a:noFill/>
                    </a:lnL>
                    <a:lnR>
                      <a:noFill/>
                    </a:lnR>
                    <a:lnT w="12700">
                      <a:solidFill>
                        <a:srgbClr val="D9E9FF"/>
                      </a:solidFill>
                      <a:prstDash val="solid"/>
                    </a:lnT>
                    <a:lnB w="12700">
                      <a:solidFill>
                        <a:srgbClr val="D9E9FF"/>
                      </a:solidFill>
                      <a:prstDash val="solid"/>
                    </a:lnB>
                    <a:lnTlToBr>
                      <a:noFill/>
                    </a:lnTlToBr>
                    <a:lnBlToTr>
                      <a:noFill/>
                    </a:lnBlToTr>
                    <a:noFill/>
                  </a:tcPr>
                </a:tc>
                <a:tc>
                  <a:txBody>
                    <a:bodyPr/>
                    <a:p>
                      <a:pPr indent="0">
                        <a:buNone/>
                      </a:pPr>
                      <a:r>
                        <a:rPr lang="en-US" sz="1200" b="0">
                          <a:latin typeface="微软雅黑" panose="020B0503020204020204" pitchFamily="34" charset="-122"/>
                          <a:ea typeface="微软雅黑" panose="020B0503020204020204" pitchFamily="34" charset="-122"/>
                          <a:cs typeface="宋体" panose="02010600030101010101" pitchFamily="2" charset="-122"/>
                        </a:rPr>
                        <a:t> 市级、县级、部分多灾易灾乡级灾害信息员培训</a:t>
                      </a:r>
                      <a:endParaRPr 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a:noFill/>
                    </a:lnL>
                    <a:lnR>
                      <a:noFill/>
                    </a:lnR>
                    <a:lnT w="12700">
                      <a:solidFill>
                        <a:srgbClr val="D9E9FF"/>
                      </a:solidFill>
                      <a:prstDash val="solid"/>
                    </a:lnT>
                    <a:lnB w="12700">
                      <a:solidFill>
                        <a:srgbClr val="D9E9FF"/>
                      </a:solidFill>
                      <a:prstDash val="solid"/>
                    </a:lnB>
                    <a:lnTlToBr>
                      <a:noFill/>
                    </a:lnTlToBr>
                    <a:lnBlToTr>
                      <a:noFill/>
                    </a:lnBlToTr>
                    <a:noFill/>
                  </a:tcPr>
                </a:tc>
              </a:tr>
              <a:tr h="647700">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市级、县级应急管理局</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a:noFill/>
                    </a:lnL>
                    <a:lnR>
                      <a:noFill/>
                    </a:lnR>
                    <a:lnT w="12700">
                      <a:solidFill>
                        <a:srgbClr val="D9E9FF"/>
                      </a:solidFill>
                      <a:prstDash val="solid"/>
                    </a:lnT>
                    <a:lnB w="12700">
                      <a:solidFill>
                        <a:srgbClr val="7EA6FC"/>
                      </a:solidFill>
                      <a:prstDash val="solid"/>
                    </a:lnB>
                    <a:lnTlToBr>
                      <a:noFill/>
                    </a:lnTlToBr>
                    <a:lnBlToTr>
                      <a:noFill/>
                    </a:lnBlToTr>
                    <a:noFill/>
                  </a:tcPr>
                </a:tc>
                <a:tc>
                  <a:txBody>
                    <a:bodyPr/>
                    <a:p>
                      <a:pPr indent="0">
                        <a:lnSpc>
                          <a:spcPct val="150000"/>
                        </a:lnSpc>
                        <a:buNone/>
                      </a:pPr>
                      <a:r>
                        <a:rPr lang="en-US" sz="1200" b="0">
                          <a:latin typeface="微软雅黑" panose="020B0503020204020204" pitchFamily="34" charset="-122"/>
                          <a:ea typeface="微软雅黑" panose="020B0503020204020204" pitchFamily="34" charset="-122"/>
                          <a:cs typeface="宋体" panose="02010600030101010101" pitchFamily="2" charset="-122"/>
                        </a:rPr>
                        <a:t> 本地区县级、乡级和部分村级灾害信息员培训</a:t>
                      </a:r>
                      <a:endParaRPr lang="en-US" sz="1200" b="0">
                        <a:latin typeface="微软雅黑" panose="020B0503020204020204" pitchFamily="34" charset="-122"/>
                        <a:ea typeface="微软雅黑" panose="020B0503020204020204" pitchFamily="34" charset="-122"/>
                        <a:cs typeface="宋体" panose="02010600030101010101" pitchFamily="2" charset="-122"/>
                      </a:endParaRPr>
                    </a:p>
                    <a:p>
                      <a:pPr indent="0">
                        <a:lnSpc>
                          <a:spcPct val="150000"/>
                        </a:lnSpc>
                        <a:buNone/>
                      </a:pPr>
                      <a:r>
                        <a:rPr lang="en-US" altLang="zh-CN" sz="1200">
                          <a:latin typeface="微软雅黑" panose="020B0503020204020204" pitchFamily="34" charset="-122"/>
                          <a:ea typeface="微软雅黑" panose="020B0503020204020204" pitchFamily="34" charset="-122"/>
                        </a:rPr>
                        <a:t> 督促推动乡镇（街道）定期组织辖区内村（社区）灾害信息员培训</a:t>
                      </a:r>
                      <a:endParaRPr lang="en-US" altLang="zh-CN" sz="1200" b="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lnL>
                      <a:noFill/>
                    </a:lnL>
                    <a:lnR>
                      <a:noFill/>
                    </a:lnR>
                    <a:lnT w="12700">
                      <a:solidFill>
                        <a:srgbClr val="D9E9FF"/>
                      </a:solidFill>
                      <a:prstDash val="solid"/>
                    </a:lnT>
                    <a:lnB w="12700">
                      <a:solidFill>
                        <a:srgbClr val="7EA6FC"/>
                      </a:solidFill>
                      <a:prstDash val="solid"/>
                    </a:lnB>
                    <a:lnTlToBr>
                      <a:noFill/>
                    </a:lnTlToBr>
                    <a:lnBlToTr>
                      <a:noFill/>
                    </a:lnBlToTr>
                    <a:noFill/>
                  </a:tcPr>
                </a:tc>
              </a:tr>
            </a:tbl>
          </a:graphicData>
        </a:graphic>
      </p:graphicFrame>
      <p:sp>
        <p:nvSpPr>
          <p:cNvPr id="8" name="文本框 7"/>
          <p:cNvSpPr txBox="1"/>
          <p:nvPr/>
        </p:nvSpPr>
        <p:spPr>
          <a:xfrm>
            <a:off x="931545" y="5014595"/>
            <a:ext cx="10238740" cy="1198880"/>
          </a:xfrm>
          <a:prstGeom prst="rect">
            <a:avLst/>
          </a:prstGeom>
          <a:noFill/>
        </p:spPr>
        <p:txBody>
          <a:bodyPr wrap="square" rtlCol="0" anchor="t">
            <a:spAutoFit/>
          </a:bodyPr>
          <a:p>
            <a:pPr fontAlgn="auto">
              <a:lnSpc>
                <a:spcPct val="150000"/>
              </a:lnSpc>
              <a:spcBef>
                <a:spcPts val="600"/>
              </a:spcBef>
            </a:pP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（二）建立定期培训机制，确保培训全覆盖。</a:t>
            </a:r>
            <a:b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b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各级应急管理部门通过定期组织培训、委托专业机构培训、邀请专家讲课、远程教育、以会代训、组织模拟报灾演练等方式，定期组织开展灾害基础知识、相关法律法规、灾害应急处置、灾情统计报送、灾情核查核定、“国家自然灾害灾情管理系统”上报操作等方面的业务知识和技能培训。</a:t>
            </a:r>
            <a:r>
              <a:rPr lang="zh-CN" altLang="en-US" sz="1200" b="1">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rPr>
              <a:t>原则上，各级灾害信息员每年度至少参加一次专题培训。</a:t>
            </a:r>
            <a:endParaRPr lang="zh-CN" altLang="en-US" sz="1200" b="1">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7" name="文本框 6"/>
          <p:cNvSpPr txBox="1"/>
          <p:nvPr>
            <p:custDataLst>
              <p:tags r:id="rId2"/>
            </p:custDataLst>
          </p:nvPr>
        </p:nvSpPr>
        <p:spPr>
          <a:xfrm>
            <a:off x="840105" y="288925"/>
            <a:ext cx="2884805" cy="521970"/>
          </a:xfrm>
          <a:prstGeom prst="rect">
            <a:avLst/>
          </a:prstGeom>
          <a:noFill/>
        </p:spPr>
        <p:txBody>
          <a:bodyPr wrap="square" rtlCol="0">
            <a:spAutoFit/>
          </a:bodyPr>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现状分析</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3"/>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800"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15" name="矩形 14"/>
          <p:cNvSpPr/>
          <p:nvPr>
            <p:custDataLst>
              <p:tags r:id="rId4"/>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2</a:t>
            </a:r>
            <a:endParaRPr lang="en-US" altLang="zh-CN" b="1" dirty="0">
              <a:solidFill>
                <a:schemeClr val="bg1"/>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custDataLst>
              <p:tags r:id="rId5"/>
            </p:custDataLst>
          </p:nvPr>
        </p:nvSpPr>
        <p:spPr>
          <a:xfrm>
            <a:off x="840105" y="851535"/>
            <a:ext cx="3075940" cy="398780"/>
          </a:xfrm>
          <a:prstGeom prst="rect">
            <a:avLst/>
          </a:prstGeom>
          <a:noFill/>
        </p:spPr>
        <p:txBody>
          <a:bodyPr wrap="square" rtlCol="0" anchor="t">
            <a:spAutoFit/>
          </a:bodyPr>
          <a:p>
            <a:r>
              <a:rPr lang="zh-CN" altLang="en-US" sz="2000" b="1" dirty="0">
                <a:solidFill>
                  <a:srgbClr val="3674F1"/>
                </a:solidFill>
                <a:latin typeface="微软雅黑" panose="020B0503020204020204" pitchFamily="34" charset="-122"/>
                <a:ea typeface="微软雅黑" panose="020B0503020204020204" pitchFamily="34" charset="-122"/>
              </a:rPr>
              <a:t>灾害信息员培训响应落实</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custDataLst>
              <p:tags r:id="rId6"/>
            </p:custDataLst>
          </p:nvPr>
        </p:nvPicPr>
        <p:blipFill>
          <a:blip r:embed="rId7"/>
          <a:srcRect b="60212"/>
          <a:stretch>
            <a:fillRect/>
          </a:stretch>
        </p:blipFill>
        <p:spPr>
          <a:xfrm>
            <a:off x="7663180" y="1663065"/>
            <a:ext cx="3960000" cy="2101198"/>
          </a:xfrm>
          <a:prstGeom prst="rect">
            <a:avLst/>
          </a:prstGeom>
          <a:effectLst>
            <a:outerShdw blurRad="114300" sx="102000" sy="102000" algn="ctr" rotWithShape="0">
              <a:srgbClr val="7EA6FC">
                <a:alpha val="10000"/>
              </a:srgbClr>
            </a:outerShdw>
          </a:effectLst>
        </p:spPr>
      </p:pic>
      <p:pic>
        <p:nvPicPr>
          <p:cNvPr id="10" name="图片 9"/>
          <p:cNvPicPr>
            <a:picLocks noChangeAspect="1"/>
          </p:cNvPicPr>
          <p:nvPr>
            <p:custDataLst>
              <p:tags r:id="rId8"/>
            </p:custDataLst>
          </p:nvPr>
        </p:nvPicPr>
        <p:blipFill>
          <a:blip r:embed="rId9"/>
          <a:srcRect t="8785"/>
          <a:stretch>
            <a:fillRect/>
          </a:stretch>
        </p:blipFill>
        <p:spPr>
          <a:xfrm>
            <a:off x="7663180" y="4173855"/>
            <a:ext cx="3960000" cy="1688413"/>
          </a:xfrm>
          <a:prstGeom prst="rect">
            <a:avLst/>
          </a:prstGeom>
          <a:effectLst>
            <a:outerShdw blurRad="114300" sx="102000" sy="102000" algn="ctr" rotWithShape="0">
              <a:srgbClr val="7EA6FC">
                <a:alpha val="10000"/>
              </a:srgbClr>
            </a:outerShdw>
          </a:effectLst>
        </p:spPr>
      </p:pic>
      <p:sp>
        <p:nvSpPr>
          <p:cNvPr id="19" name="文本框 18"/>
          <p:cNvSpPr txBox="1"/>
          <p:nvPr/>
        </p:nvSpPr>
        <p:spPr>
          <a:xfrm>
            <a:off x="840105" y="1663065"/>
            <a:ext cx="6546850" cy="1445260"/>
          </a:xfrm>
          <a:prstGeom prst="rect">
            <a:avLst/>
          </a:prstGeom>
          <a:noFill/>
        </p:spPr>
        <p:txBody>
          <a:bodyPr wrap="square" rtlCol="0" anchor="t">
            <a:spAutoFit/>
          </a:bodyPr>
          <a:p>
            <a:pPr lvl="0" indent="0" algn="l">
              <a:lnSpc>
                <a:spcPct val="150000"/>
              </a:lnSpc>
              <a:spcBef>
                <a:spcPts val="600"/>
              </a:spcBef>
              <a:buClrTx/>
              <a:buSzTx/>
              <a:buFont typeface="Arial" panose="020B0604020202020204" pitchFamily="34" charset="0"/>
              <a:buNone/>
            </a:pPr>
            <a:r>
              <a:rPr lang="zh-CN" sz="1600" b="1">
                <a:latin typeface="微软雅黑" panose="020B0503020204020204" pitchFamily="34" charset="-122"/>
                <a:ea typeface="微软雅黑" panose="020B0503020204020204" pitchFamily="34" charset="-122"/>
                <a:cs typeface="微软雅黑" panose="020B0503020204020204" pitchFamily="34" charset="-122"/>
                <a:sym typeface="+mn-ea"/>
              </a:rPr>
              <a:t>大多数地区采用线下展开培训班的形式</a:t>
            </a:r>
            <a:endParaRPr lang="zh-CN" sz="1600" b="1">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lnSpc>
                <a:spcPct val="150000"/>
              </a:lnSpc>
              <a:spcBef>
                <a:spcPts val="600"/>
              </a:spcBef>
              <a:buClrTx/>
              <a:buSzTx/>
              <a:buFontTx/>
            </a:pPr>
            <a:r>
              <a:rPr lang="zh-CN" sz="1200">
                <a:latin typeface="微软雅黑" panose="020B0503020204020204" pitchFamily="34" charset="-122"/>
                <a:ea typeface="微软雅黑" panose="020B0503020204020204" pitchFamily="34" charset="-122"/>
                <a:cs typeface="微软雅黑" panose="020B0503020204020204" pitchFamily="34" charset="-122"/>
                <a:sym typeface="+mn-ea"/>
              </a:rPr>
              <a:t>如河南省应急管理厅：</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1200">
                <a:latin typeface="微软雅黑" panose="020B0503020204020204" pitchFamily="34" charset="-122"/>
                <a:ea typeface="微软雅黑" panose="020B0503020204020204" pitchFamily="34" charset="-122"/>
                <a:cs typeface="微软雅黑" panose="020B0503020204020204" pitchFamily="34" charset="-122"/>
                <a:sym typeface="+mn-ea"/>
              </a:rPr>
              <a:t>023</a:t>
            </a:r>
            <a:r>
              <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zh-CN" sz="1200">
                <a:latin typeface="微软雅黑" panose="020B0503020204020204" pitchFamily="34" charset="-122"/>
                <a:ea typeface="微软雅黑" panose="020B0503020204020204" pitchFamily="34" charset="-122"/>
                <a:cs typeface="微软雅黑" panose="020B0503020204020204" pitchFamily="34" charset="-122"/>
                <a:sym typeface="+mn-ea"/>
              </a:rPr>
              <a:t>5月29日至30日，举办2023年全省灾害信息员师资培训</a:t>
            </a:r>
            <a:r>
              <a:rPr lang="zh-CN" sz="12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12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lnSpc>
                <a:spcPct val="150000"/>
              </a:lnSpc>
              <a:spcBef>
                <a:spcPts val="600"/>
              </a:spcBef>
              <a:buClrTx/>
              <a:buSzTx/>
              <a:buFontTx/>
            </a:pPr>
            <a:r>
              <a:rPr lang="zh-CN" sz="1200">
                <a:latin typeface="微软雅黑" panose="020B0503020204020204" pitchFamily="34" charset="-122"/>
                <a:ea typeface="微软雅黑" panose="020B0503020204020204" pitchFamily="34" charset="-122"/>
                <a:cs typeface="微软雅黑" panose="020B0503020204020204" pitchFamily="34" charset="-122"/>
                <a:sym typeface="+mn-ea"/>
              </a:rPr>
              <a:t>各省辖市、济源示范区、航空港区及所辖县（市、区）应急管理局分管领导和灾情管理人员共350余人参加了培训。</a:t>
            </a:r>
            <a:endParaRPr lang="zh-CN" sz="12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文本框 19"/>
          <p:cNvSpPr txBox="1"/>
          <p:nvPr>
            <p:custDataLst>
              <p:tags r:id="rId10"/>
            </p:custDataLst>
          </p:nvPr>
        </p:nvSpPr>
        <p:spPr>
          <a:xfrm>
            <a:off x="840105" y="3321685"/>
            <a:ext cx="6547485" cy="2384425"/>
          </a:xfrm>
          <a:prstGeom prst="rect">
            <a:avLst/>
          </a:prstGeom>
          <a:noFill/>
        </p:spPr>
        <p:txBody>
          <a:bodyPr wrap="square" rtlCol="0" anchor="t">
            <a:spAutoFit/>
          </a:bodyPr>
          <a:p>
            <a:pPr fontAlgn="auto">
              <a:lnSpc>
                <a:spcPct val="150000"/>
              </a:lnSpc>
              <a:spcBef>
                <a:spcPts val="600"/>
              </a:spcBef>
            </a:pPr>
            <a:r>
              <a:rPr lang="zh-CN" sz="1200">
                <a:latin typeface="微软雅黑" panose="020B0503020204020204" pitchFamily="34" charset="-122"/>
                <a:ea typeface="微软雅黑" panose="020B0503020204020204" pitchFamily="34" charset="-122"/>
                <a:cs typeface="微软雅黑" panose="020B0503020204020204" pitchFamily="34" charset="-122"/>
              </a:rPr>
              <a:t>深圳市应急管理局：</a:t>
            </a:r>
            <a:r>
              <a:rPr sz="1200">
                <a:latin typeface="微软雅黑" panose="020B0503020204020204" pitchFamily="34" charset="-122"/>
                <a:ea typeface="微软雅黑" panose="020B0503020204020204" pitchFamily="34" charset="-122"/>
                <a:cs typeface="微软雅黑" panose="020B0503020204020204" pitchFamily="34" charset="-122"/>
              </a:rPr>
              <a:t>2020年12月3日至2021年4月2日，深圳市应急管理局先后举办7期全市灾害信息员专题培训班。结合疫情防控有关要求，培训活动通过</a:t>
            </a:r>
            <a:r>
              <a:rPr sz="1200" b="1">
                <a:latin typeface="微软雅黑" panose="020B0503020204020204" pitchFamily="34" charset="-122"/>
                <a:ea typeface="微软雅黑" panose="020B0503020204020204" pitchFamily="34" charset="-122"/>
                <a:cs typeface="微软雅黑" panose="020B0503020204020204" pitchFamily="34" charset="-122"/>
              </a:rPr>
              <a:t>“线上培训打基础，线下培训有提升”</a:t>
            </a:r>
            <a:r>
              <a:rPr sz="1200">
                <a:latin typeface="微软雅黑" panose="020B0503020204020204" pitchFamily="34" charset="-122"/>
                <a:ea typeface="微软雅黑" panose="020B0503020204020204" pitchFamily="34" charset="-122"/>
                <a:cs typeface="微软雅黑" panose="020B0503020204020204" pitchFamily="34" charset="-122"/>
              </a:rPr>
              <a:t>的方式有序推进。市、区、街道、社区四级灾害信息员1246人报名参加线上培训，766人参加了线下集中培训。</a:t>
            </a:r>
            <a:endParaRPr sz="120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spcBef>
                <a:spcPts val="600"/>
              </a:spcBef>
            </a:pPr>
            <a:r>
              <a:rPr sz="1200" b="1">
                <a:latin typeface="微软雅黑" panose="020B0503020204020204" pitchFamily="34" charset="-122"/>
                <a:ea typeface="微软雅黑" panose="020B0503020204020204" pitchFamily="34" charset="-122"/>
                <a:cs typeface="微软雅黑" panose="020B0503020204020204" pitchFamily="34" charset="-122"/>
              </a:rPr>
              <a:t>线上培训通过“学习强安”APP移动学习平台完成学习任务</a:t>
            </a:r>
            <a:r>
              <a:rPr sz="1200">
                <a:latin typeface="微软雅黑" panose="020B0503020204020204" pitchFamily="34" charset="-122"/>
                <a:ea typeface="微软雅黑" panose="020B0503020204020204" pitchFamily="34" charset="-122"/>
                <a:cs typeface="微软雅黑" panose="020B0503020204020204" pitchFamily="34" charset="-122"/>
              </a:rPr>
              <a:t>，内容包括三防（防汛防旱防风）、森林火灾、地震、地质灾害、海洋灾害、急救技能、巨灾保险、应急避难场所管理和国家自然灾害灾情管理系统操作等基础知识。线下集中培训学制3天，内容包括灾害损失评估、信息上报、案例讨论分析等互动讨论型课程。</a:t>
            </a:r>
            <a:endParaRPr sz="12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7" name="文本框 6"/>
          <p:cNvSpPr txBox="1"/>
          <p:nvPr>
            <p:custDataLst>
              <p:tags r:id="rId2"/>
            </p:custDataLst>
          </p:nvPr>
        </p:nvSpPr>
        <p:spPr>
          <a:xfrm>
            <a:off x="840105" y="537210"/>
            <a:ext cx="2884805" cy="521970"/>
          </a:xfrm>
          <a:prstGeom prst="rect">
            <a:avLst/>
          </a:prstGeom>
          <a:noFill/>
        </p:spPr>
        <p:txBody>
          <a:bodyPr wrap="square" rtlCol="0">
            <a:spAutoFit/>
          </a:bodyPr>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存在问题</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3"/>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800"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15" name="矩形 14"/>
          <p:cNvSpPr/>
          <p:nvPr>
            <p:custDataLst>
              <p:tags r:id="rId4"/>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2</a:t>
            </a:r>
            <a:endParaRPr lang="en-US" altLang="zh-CN" b="1" dirty="0">
              <a:solidFill>
                <a:schemeClr val="bg1"/>
              </a:solidFill>
              <a:latin typeface="微软雅黑" panose="020B0503020204020204" pitchFamily="34" charset="-122"/>
              <a:ea typeface="微软雅黑" panose="020B0503020204020204" pitchFamily="34" charset="-122"/>
              <a:cs typeface="+mn-ea"/>
              <a:sym typeface="+mn-lt"/>
            </a:endParaRPr>
          </a:p>
          <a:p>
            <a:pPr algn="ctr"/>
            <a:endParaRPr lang="en-US" altLang="zh-CN"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grpSp>
        <p:nvGrpSpPr>
          <p:cNvPr id="40" name="组合 39"/>
          <p:cNvGrpSpPr/>
          <p:nvPr/>
        </p:nvGrpSpPr>
        <p:grpSpPr>
          <a:xfrm>
            <a:off x="6563360" y="1652905"/>
            <a:ext cx="4029710" cy="4050665"/>
            <a:chOff x="1786" y="2603"/>
            <a:chExt cx="6346" cy="6379"/>
          </a:xfrm>
        </p:grpSpPr>
        <p:sp>
          <p:nvSpPr>
            <p:cNvPr id="26" name="iṣļiḋé"/>
            <p:cNvSpPr/>
            <p:nvPr>
              <p:custDataLst>
                <p:tags r:id="rId5"/>
              </p:custDataLst>
            </p:nvPr>
          </p:nvSpPr>
          <p:spPr>
            <a:xfrm>
              <a:off x="1786" y="2998"/>
              <a:ext cx="6346" cy="5984"/>
            </a:xfrm>
            <a:prstGeom prst="rect">
              <a:avLst/>
            </a:prstGeom>
            <a:solidFill>
              <a:srgbClr val="F1F4F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p>
              <a:pPr marL="171450" indent="-171450">
                <a:lnSpc>
                  <a:spcPct val="130000"/>
                </a:lnSpc>
                <a:buFont typeface="Arial" panose="020B0604020202020204" pitchFamily="34" charset="0"/>
                <a:buChar char="•"/>
              </a:pPr>
              <a:endParaRPr kumimoji="1" lang="en-US" altLang="zh-CN" sz="1050" dirty="0">
                <a:solidFill>
                  <a:schemeClr val="tx1"/>
                </a:solidFill>
              </a:endParaRPr>
            </a:p>
          </p:txBody>
        </p:sp>
        <p:sp>
          <p:nvSpPr>
            <p:cNvPr id="28" name="išļîḍè"/>
            <p:cNvSpPr/>
            <p:nvPr>
              <p:custDataLst>
                <p:tags r:id="rId6"/>
              </p:custDataLst>
            </p:nvPr>
          </p:nvSpPr>
          <p:spPr>
            <a:xfrm>
              <a:off x="2166" y="2603"/>
              <a:ext cx="3398" cy="850"/>
            </a:xfrm>
            <a:prstGeom prst="homePlate">
              <a:avLst>
                <a:gd name="adj" fmla="val 0"/>
              </a:avLst>
            </a:prstGeom>
            <a:solidFill>
              <a:srgbClr val="0057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p>
              <a:pPr algn="ctr"/>
              <a:r>
                <a:rPr kumimoji="1" lang="zh-CN" b="1" dirty="0">
                  <a:solidFill>
                    <a:srgbClr val="FFFFFF"/>
                  </a:solidFill>
                </a:rPr>
                <a:t>培训管理</a:t>
              </a:r>
              <a:endParaRPr kumimoji="1" lang="zh-CN" b="1" dirty="0">
                <a:solidFill>
                  <a:srgbClr val="FFFFFF"/>
                </a:solidFill>
              </a:endParaRPr>
            </a:p>
          </p:txBody>
        </p:sp>
        <p:sp>
          <p:nvSpPr>
            <p:cNvPr id="34" name="文本框 33"/>
            <p:cNvSpPr txBox="1"/>
            <p:nvPr/>
          </p:nvSpPr>
          <p:spPr>
            <a:xfrm>
              <a:off x="2166" y="4010"/>
              <a:ext cx="5530" cy="2809"/>
            </a:xfrm>
            <a:prstGeom prst="rect">
              <a:avLst/>
            </a:prstGeom>
            <a:noFill/>
          </p:spPr>
          <p:txBody>
            <a:bodyPr wrap="square" rtlCol="0">
              <a:spAutoFit/>
            </a:bodyPr>
            <a:p>
              <a:pPr marL="285750" indent="-285750">
                <a:lnSpc>
                  <a:spcPct val="150000"/>
                </a:lnSpc>
                <a:spcBef>
                  <a:spcPts val="600"/>
                </a:spcBef>
                <a:spcAft>
                  <a:spcPts val="0"/>
                </a:spcAft>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管理办法仅明确要求：各级灾害信息员每年度至少参加一次专题培训，暂未明确培训情况量化指标</a:t>
              </a:r>
              <a:endParaRPr lang="zh-CN" altLang="en-US" sz="1400">
                <a:latin typeface="微软雅黑" panose="020B0503020204020204" pitchFamily="34" charset="-122"/>
                <a:ea typeface="微软雅黑" panose="020B0503020204020204" pitchFamily="34" charset="-122"/>
              </a:endParaRPr>
            </a:p>
            <a:p>
              <a:pPr marL="285750" indent="-285750">
                <a:lnSpc>
                  <a:spcPct val="150000"/>
                </a:lnSpc>
                <a:spcBef>
                  <a:spcPts val="600"/>
                </a:spcBef>
                <a:spcAft>
                  <a:spcPts val="0"/>
                </a:spcAft>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管理办法暂未明确提出，针对培训考核和效果评估的具体落实办法</a:t>
              </a:r>
              <a:endParaRPr lang="zh-CN" altLang="en-US" sz="1400">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1092200" y="1652905"/>
            <a:ext cx="4032000" cy="4050665"/>
            <a:chOff x="10776" y="2603"/>
            <a:chExt cx="6350" cy="6379"/>
          </a:xfrm>
        </p:grpSpPr>
        <p:sp>
          <p:nvSpPr>
            <p:cNvPr id="29" name="îśḷïḑè"/>
            <p:cNvSpPr/>
            <p:nvPr>
              <p:custDataLst>
                <p:tags r:id="rId7"/>
              </p:custDataLst>
            </p:nvPr>
          </p:nvSpPr>
          <p:spPr>
            <a:xfrm>
              <a:off x="10776" y="2998"/>
              <a:ext cx="6350" cy="5984"/>
            </a:xfrm>
            <a:prstGeom prst="rect">
              <a:avLst/>
            </a:prstGeom>
            <a:solidFill>
              <a:srgbClr val="F1F4F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p>
              <a:pPr marL="171450" indent="-171450">
                <a:lnSpc>
                  <a:spcPct val="130000"/>
                </a:lnSpc>
                <a:buFont typeface="Arial" panose="020B0604020202020204" pitchFamily="34" charset="0"/>
                <a:buChar char="•"/>
              </a:pPr>
              <a:endParaRPr kumimoji="1" lang="en-US" altLang="zh-CN" sz="1050" dirty="0">
                <a:solidFill>
                  <a:schemeClr val="tx1"/>
                </a:solidFill>
              </a:endParaRPr>
            </a:p>
          </p:txBody>
        </p:sp>
        <p:sp>
          <p:nvSpPr>
            <p:cNvPr id="32" name="íşļiḑè"/>
            <p:cNvSpPr/>
            <p:nvPr>
              <p:custDataLst>
                <p:tags r:id="rId8"/>
              </p:custDataLst>
            </p:nvPr>
          </p:nvSpPr>
          <p:spPr>
            <a:xfrm>
              <a:off x="11156" y="2603"/>
              <a:ext cx="3398" cy="850"/>
            </a:xfrm>
            <a:prstGeom prst="homePlate">
              <a:avLst>
                <a:gd name="adj" fmla="val 0"/>
              </a:avLst>
            </a:prstGeom>
            <a:solidFill>
              <a:srgbClr val="0057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p>
              <a:pPr algn="ctr"/>
              <a:r>
                <a:rPr kumimoji="1" lang="zh-CN" b="1" dirty="0">
                  <a:solidFill>
                    <a:srgbClr val="FFFFFF"/>
                  </a:solidFill>
                </a:rPr>
                <a:t>培训学习</a:t>
              </a:r>
              <a:endParaRPr kumimoji="1" lang="zh-CN" b="1" dirty="0">
                <a:solidFill>
                  <a:srgbClr val="FFFFFF"/>
                </a:solidFill>
              </a:endParaRPr>
            </a:p>
          </p:txBody>
        </p:sp>
        <p:sp>
          <p:nvSpPr>
            <p:cNvPr id="36" name="文本框 35"/>
            <p:cNvSpPr txBox="1"/>
            <p:nvPr/>
          </p:nvSpPr>
          <p:spPr>
            <a:xfrm>
              <a:off x="11156" y="4010"/>
              <a:ext cx="5528" cy="1670"/>
            </a:xfrm>
            <a:prstGeom prst="rect">
              <a:avLst/>
            </a:prstGeom>
            <a:noFill/>
          </p:spPr>
          <p:txBody>
            <a:bodyPr wrap="square" rtlCol="0" anchor="t">
              <a:spAutoFit/>
            </a:bodyPr>
            <a:p>
              <a:pPr marL="285750" lvl="0" indent="-285750" algn="l">
                <a:lnSpc>
                  <a:spcPct val="150000"/>
                </a:lnSpc>
                <a:spcBef>
                  <a:spcPts val="600"/>
                </a:spcBef>
                <a:spcAft>
                  <a:spcPts val="0"/>
                </a:spcAft>
                <a:buClrTx/>
                <a:buSzTx/>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sym typeface="+mn-ea"/>
                </a:rPr>
                <a:t>目前培训开展方式以线下培训为主，</a:t>
              </a:r>
              <a:r>
                <a:rPr lang="zh-CN" altLang="en-US" sz="1400">
                  <a:latin typeface="微软雅黑" panose="020B0503020204020204" pitchFamily="34" charset="-122"/>
                  <a:ea typeface="微软雅黑" panose="020B0503020204020204" pitchFamily="34" charset="-122"/>
                  <a:sym typeface="+mn-ea"/>
                </a:rPr>
                <a:t>线下培训与实际</a:t>
              </a:r>
              <a:r>
                <a:rPr lang="zh-CN" altLang="en-US" sz="1400">
                  <a:latin typeface="微软雅黑" panose="020B0503020204020204" pitchFamily="34" charset="-122"/>
                  <a:ea typeface="微软雅黑" panose="020B0503020204020204" pitchFamily="34" charset="-122"/>
                  <a:sym typeface="+mn-ea"/>
                </a:rPr>
                <a:t>业务</a:t>
              </a:r>
              <a:r>
                <a:rPr lang="zh-CN" altLang="en-US" sz="1400">
                  <a:latin typeface="微软雅黑" panose="020B0503020204020204" pitchFamily="34" charset="-122"/>
                  <a:ea typeface="微软雅黑" panose="020B0503020204020204" pitchFamily="34" charset="-122"/>
                  <a:sym typeface="+mn-ea"/>
                </a:rPr>
                <a:t>系统</a:t>
              </a:r>
              <a:r>
                <a:rPr lang="zh-CN" altLang="en-US" sz="1400">
                  <a:latin typeface="微软雅黑" panose="020B0503020204020204" pitchFamily="34" charset="-122"/>
                  <a:ea typeface="微软雅黑" panose="020B0503020204020204" pitchFamily="34" charset="-122"/>
                  <a:sym typeface="+mn-ea"/>
                </a:rPr>
                <a:t>操作存在时间差，无法有效提升工作效率</a:t>
              </a:r>
              <a:r>
                <a:rPr lang="zh-CN" altLang="en-US" sz="1400">
                  <a:latin typeface="微软雅黑" panose="020B0503020204020204" pitchFamily="34" charset="-122"/>
                  <a:ea typeface="微软雅黑" panose="020B0503020204020204" pitchFamily="34" charset="-122"/>
                  <a:sym typeface="+mn-ea"/>
                </a:rPr>
                <a:t>。</a:t>
              </a:r>
              <a:endParaRPr lang="zh-CN" altLang="en-US" sz="1400">
                <a:latin typeface="微软雅黑" panose="020B0503020204020204" pitchFamily="34" charset="-122"/>
                <a:ea typeface="微软雅黑" panose="020B0503020204020204" pitchFamily="34" charset="-122"/>
                <a:sym typeface="+mn-ea"/>
              </a:endParaRPr>
            </a:p>
          </p:txBody>
        </p:sp>
        <p:sp>
          <p:nvSpPr>
            <p:cNvPr id="37" name="文本框 36"/>
            <p:cNvSpPr txBox="1"/>
            <p:nvPr/>
          </p:nvSpPr>
          <p:spPr>
            <a:xfrm>
              <a:off x="11156" y="5880"/>
              <a:ext cx="5528" cy="1670"/>
            </a:xfrm>
            <a:prstGeom prst="rect">
              <a:avLst/>
            </a:prstGeom>
            <a:noFill/>
          </p:spPr>
          <p:txBody>
            <a:bodyPr wrap="square" rtlCol="0" anchor="t">
              <a:spAutoFit/>
            </a:bodyPr>
            <a:p>
              <a:pPr marL="285750" lvl="0" indent="-285750" algn="l">
                <a:lnSpc>
                  <a:spcPct val="150000"/>
                </a:lnSpc>
                <a:spcBef>
                  <a:spcPts val="600"/>
                </a:spcBef>
                <a:spcAft>
                  <a:spcPts val="0"/>
                </a:spcAft>
                <a:buClrTx/>
                <a:buSzTx/>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sym typeface="+mn-ea"/>
                </a:rPr>
                <a:t>目前</a:t>
              </a:r>
              <a:r>
                <a:rPr lang="zh-CN" altLang="en-US" sz="1400">
                  <a:latin typeface="微软雅黑" panose="020B0503020204020204" pitchFamily="34" charset="-122"/>
                  <a:ea typeface="微软雅黑" panose="020B0503020204020204" pitchFamily="34" charset="-122"/>
                  <a:sym typeface="+mn-ea"/>
                </a:rPr>
                <a:t>暂未</a:t>
              </a:r>
              <a:r>
                <a:rPr lang="zh-CN" altLang="en-US" sz="1400">
                  <a:latin typeface="微软雅黑" panose="020B0503020204020204" pitchFamily="34" charset="-122"/>
                  <a:ea typeface="微软雅黑" panose="020B0503020204020204" pitchFamily="34" charset="-122"/>
                  <a:sym typeface="+mn-ea"/>
                </a:rPr>
                <a:t>落实监督</a:t>
              </a:r>
              <a:r>
                <a:rPr lang="zh-CN" altLang="en-US" sz="1400">
                  <a:latin typeface="微软雅黑" panose="020B0503020204020204" pitchFamily="34" charset="-122"/>
                  <a:ea typeface="微软雅黑" panose="020B0503020204020204" pitchFamily="34" charset="-122"/>
                  <a:sym typeface="+mn-ea"/>
                </a:rPr>
                <a:t>到个人</a:t>
              </a:r>
              <a:r>
                <a:rPr lang="zh-CN" altLang="en-US" sz="1400">
                  <a:latin typeface="微软雅黑" panose="020B0503020204020204" pitchFamily="34" charset="-122"/>
                  <a:ea typeface="微软雅黑" panose="020B0503020204020204" pitchFamily="34" charset="-122"/>
                  <a:sym typeface="+mn-ea"/>
                </a:rPr>
                <a:t>灾害信息员培训</a:t>
              </a:r>
              <a:r>
                <a:rPr lang="zh-CN" altLang="en-US" sz="1400">
                  <a:latin typeface="微软雅黑" panose="020B0503020204020204" pitchFamily="34" charset="-122"/>
                  <a:ea typeface="微软雅黑" panose="020B0503020204020204" pitchFamily="34" charset="-122"/>
                  <a:sym typeface="+mn-ea"/>
                </a:rPr>
                <a:t>学习效果</a:t>
              </a:r>
              <a:r>
                <a:rPr lang="zh-CN" altLang="en-US" sz="1400">
                  <a:latin typeface="微软雅黑" panose="020B0503020204020204" pitchFamily="34" charset="-122"/>
                  <a:ea typeface="微软雅黑" panose="020B0503020204020204" pitchFamily="34" charset="-122"/>
                  <a:sym typeface="+mn-ea"/>
                </a:rPr>
                <a:t>，导致</a:t>
              </a:r>
              <a:r>
                <a:rPr lang="zh-CN" altLang="en-US" sz="1400">
                  <a:latin typeface="微软雅黑" panose="020B0503020204020204" pitchFamily="34" charset="-122"/>
                  <a:ea typeface="微软雅黑" panose="020B0503020204020204" pitchFamily="34" charset="-122"/>
                  <a:sym typeface="+mn-ea"/>
                </a:rPr>
                <a:t>依然存在部分</a:t>
              </a:r>
              <a:r>
                <a:rPr sz="1400" dirty="0">
                  <a:latin typeface="微软雅黑" panose="020B0503020204020204" pitchFamily="34" charset="-122"/>
                  <a:ea typeface="微软雅黑" panose="020B0503020204020204" pitchFamily="34" charset="-122"/>
                  <a:cs typeface="阿里巴巴普惠体" panose="00020600040101010101" pitchFamily="18" charset="-122"/>
                  <a:sym typeface="+mn-ea"/>
                </a:rPr>
                <a:t>灾害信息员对于报灾系统以及业务指标</a:t>
              </a:r>
              <a:r>
                <a:rPr lang="zh-CN" sz="1400" dirty="0">
                  <a:latin typeface="微软雅黑" panose="020B0503020204020204" pitchFamily="34" charset="-122"/>
                  <a:ea typeface="微软雅黑" panose="020B0503020204020204" pitchFamily="34" charset="-122"/>
                  <a:cs typeface="阿里巴巴普惠体" panose="00020600040101010101" pitchFamily="18" charset="-122"/>
                  <a:sym typeface="+mn-ea"/>
                </a:rPr>
                <a:t>不熟练。</a:t>
              </a:r>
              <a:endParaRPr lang="zh-CN" sz="1400" dirty="0">
                <a:latin typeface="微软雅黑" panose="020B0503020204020204" pitchFamily="34" charset="-122"/>
                <a:ea typeface="微软雅黑" panose="020B0503020204020204" pitchFamily="34" charset="-122"/>
                <a:cs typeface="阿里巴巴普惠体" panose="00020600040101010101" pitchFamily="18" charset="-122"/>
                <a:sym typeface="+mn-ea"/>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grpSp>
        <p:nvGrpSpPr>
          <p:cNvPr id="13" name="组合 12"/>
          <p:cNvGrpSpPr/>
          <p:nvPr/>
        </p:nvGrpSpPr>
        <p:grpSpPr>
          <a:xfrm>
            <a:off x="6595110" y="1761490"/>
            <a:ext cx="4668520" cy="654050"/>
            <a:chOff x="10169" y="2778"/>
            <a:chExt cx="7352" cy="1030"/>
          </a:xfrm>
        </p:grpSpPr>
        <p:sp>
          <p:nvSpPr>
            <p:cNvPr id="47" name="圆角矩形 46"/>
            <p:cNvSpPr/>
            <p:nvPr>
              <p:custDataLst>
                <p:tags r:id="rId2"/>
              </p:custDataLst>
            </p:nvPr>
          </p:nvSpPr>
          <p:spPr>
            <a:xfrm>
              <a:off x="10878" y="2954"/>
              <a:ext cx="2433" cy="6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与减灾中心共同</a:t>
              </a:r>
              <a:br>
                <a:rPr kumimoji="1"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br>
              <a:r>
                <a:rPr kumimoji="1"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研发的权威内容</a:t>
              </a:r>
              <a:endParaRPr kumimoji="1"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61" name="直接箭头连接符 56"/>
            <p:cNvCxnSpPr/>
            <p:nvPr>
              <p:custDataLst>
                <p:tags r:id="rId3"/>
              </p:custDataLst>
            </p:nvPr>
          </p:nvCxnSpPr>
          <p:spPr>
            <a:xfrm>
              <a:off x="10169" y="3301"/>
              <a:ext cx="447"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3311" y="2778"/>
              <a:ext cx="4210" cy="1031"/>
              <a:chOff x="13311" y="2954"/>
              <a:chExt cx="4210" cy="1031"/>
            </a:xfrm>
          </p:grpSpPr>
          <p:grpSp>
            <p:nvGrpSpPr>
              <p:cNvPr id="3" name="组合 2"/>
              <p:cNvGrpSpPr/>
              <p:nvPr/>
            </p:nvGrpSpPr>
            <p:grpSpPr>
              <a:xfrm>
                <a:off x="13311" y="2954"/>
                <a:ext cx="4209" cy="532"/>
                <a:chOff x="13311" y="2954"/>
                <a:chExt cx="4209" cy="532"/>
              </a:xfrm>
            </p:grpSpPr>
            <p:sp>
              <p:nvSpPr>
                <p:cNvPr id="73" name="文本框 72"/>
                <p:cNvSpPr txBox="1"/>
                <p:nvPr>
                  <p:custDataLst>
                    <p:tags r:id="rId4"/>
                  </p:custDataLst>
                </p:nvPr>
              </p:nvSpPr>
              <p:spPr>
                <a:xfrm>
                  <a:off x="14517" y="2954"/>
                  <a:ext cx="3003" cy="434"/>
                </a:xfrm>
                <a:prstGeom prst="rect">
                  <a:avLst/>
                </a:prstGeom>
                <a:noFill/>
                <a:ln>
                  <a:solidFill>
                    <a:srgbClr val="103F8B"/>
                  </a:solidFill>
                </a:ln>
              </p:spPr>
              <p:txBody>
                <a:bodyPr wrap="square" rtlCol="0">
                  <a:spAutoFit/>
                </a:bodyPr>
                <a:lstStyle/>
                <a:p>
                  <a:r>
                    <a:rPr kumimoji="1" lang="zh-CN" sz="1200" dirty="0">
                      <a:latin typeface="微软雅黑" panose="020B0503020204020204" pitchFamily="34" charset="-122"/>
                      <a:ea typeface="微软雅黑" panose="020B0503020204020204" pitchFamily="34" charset="-122"/>
                      <a:sym typeface="+mn-ea"/>
                    </a:rPr>
                    <a:t>不同业务场景的课程分类</a:t>
                  </a:r>
                  <a:endParaRPr kumimoji="1" lang="zh-CN" altLang="en-US" sz="1200" dirty="0">
                    <a:latin typeface="微软雅黑" panose="020B0503020204020204" pitchFamily="34" charset="-122"/>
                    <a:ea typeface="微软雅黑" panose="020B0503020204020204" pitchFamily="34" charset="-122"/>
                    <a:sym typeface="+mn-ea"/>
                  </a:endParaRPr>
                </a:p>
              </p:txBody>
            </p:sp>
            <p:cxnSp>
              <p:nvCxnSpPr>
                <p:cNvPr id="80" name="肘形连接符 79"/>
                <p:cNvCxnSpPr>
                  <a:stCxn id="47" idx="3"/>
                  <a:endCxn id="73" idx="1"/>
                </p:cNvCxnSpPr>
                <p:nvPr>
                  <p:custDataLst>
                    <p:tags r:id="rId5"/>
                  </p:custDataLst>
                </p:nvPr>
              </p:nvCxnSpPr>
              <p:spPr>
                <a:xfrm flipV="1">
                  <a:off x="13311" y="3171"/>
                  <a:ext cx="1206" cy="315"/>
                </a:xfrm>
                <a:prstGeom prst="bentConnector3">
                  <a:avLst>
                    <a:gd name="adj1" fmla="val 50000"/>
                  </a:avLst>
                </a:prstGeom>
                <a:ln w="19050">
                  <a:solidFill>
                    <a:srgbClr val="103F8B"/>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13311" y="3486"/>
                <a:ext cx="4210" cy="499"/>
                <a:chOff x="13311" y="3486"/>
                <a:chExt cx="4210" cy="499"/>
              </a:xfrm>
            </p:grpSpPr>
            <p:sp>
              <p:nvSpPr>
                <p:cNvPr id="75" name="文本框 74"/>
                <p:cNvSpPr txBox="1"/>
                <p:nvPr>
                  <p:custDataLst>
                    <p:tags r:id="rId6"/>
                  </p:custDataLst>
                </p:nvPr>
              </p:nvSpPr>
              <p:spPr>
                <a:xfrm>
                  <a:off x="14517" y="3551"/>
                  <a:ext cx="3004" cy="434"/>
                </a:xfrm>
                <a:prstGeom prst="rect">
                  <a:avLst/>
                </a:prstGeom>
                <a:noFill/>
                <a:ln>
                  <a:solidFill>
                    <a:srgbClr val="103F8B"/>
                  </a:solidFill>
                </a:ln>
              </p:spPr>
              <p:txBody>
                <a:bodyPr wrap="square" rtlCol="0">
                  <a:spAutoFit/>
                </a:bodyPr>
                <a:lstStyle/>
                <a:p>
                  <a:r>
                    <a:rPr kumimoji="1" lang="zh-CN" altLang="en-US" sz="1200" dirty="0">
                      <a:latin typeface="微软雅黑" panose="020B0503020204020204" pitchFamily="34" charset="-122"/>
                      <a:ea typeface="微软雅黑" panose="020B0503020204020204" pitchFamily="34" charset="-122"/>
                      <a:sym typeface="+mn-ea"/>
                    </a:rPr>
                    <a:t>真实系统的视频操作案例</a:t>
                  </a:r>
                  <a:endParaRPr kumimoji="1" lang="zh-CN" altLang="en-US" sz="1200" dirty="0">
                    <a:latin typeface="微软雅黑" panose="020B0503020204020204" pitchFamily="34" charset="-122"/>
                    <a:ea typeface="微软雅黑" panose="020B0503020204020204" pitchFamily="34" charset="-122"/>
                    <a:sym typeface="+mn-ea"/>
                  </a:endParaRPr>
                </a:p>
              </p:txBody>
            </p:sp>
            <p:cxnSp>
              <p:nvCxnSpPr>
                <p:cNvPr id="83" name="肘形连接符 82"/>
                <p:cNvCxnSpPr>
                  <a:stCxn id="47" idx="3"/>
                  <a:endCxn id="75" idx="1"/>
                </p:cNvCxnSpPr>
                <p:nvPr>
                  <p:custDataLst>
                    <p:tags r:id="rId7"/>
                  </p:custDataLst>
                </p:nvPr>
              </p:nvCxnSpPr>
              <p:spPr>
                <a:xfrm>
                  <a:off x="13311" y="3486"/>
                  <a:ext cx="1206" cy="282"/>
                </a:xfrm>
                <a:prstGeom prst="bentConnector3">
                  <a:avLst>
                    <a:gd name="adj1" fmla="val 50000"/>
                  </a:avLst>
                </a:prstGeom>
                <a:ln w="19050">
                  <a:solidFill>
                    <a:srgbClr val="103F8B"/>
                  </a:solidFill>
                </a:ln>
              </p:spPr>
              <p:style>
                <a:lnRef idx="1">
                  <a:schemeClr val="accent1"/>
                </a:lnRef>
                <a:fillRef idx="0">
                  <a:schemeClr val="accent1"/>
                </a:fillRef>
                <a:effectRef idx="0">
                  <a:schemeClr val="accent1"/>
                </a:effectRef>
                <a:fontRef idx="minor">
                  <a:schemeClr val="tx1"/>
                </a:fontRef>
              </p:style>
            </p:cxnSp>
          </p:grpSp>
        </p:grpSp>
      </p:grpSp>
      <p:sp>
        <p:nvSpPr>
          <p:cNvPr id="7" name="文本框 6"/>
          <p:cNvSpPr txBox="1"/>
          <p:nvPr>
            <p:custDataLst>
              <p:tags r:id="rId8"/>
            </p:custDataLst>
          </p:nvPr>
        </p:nvSpPr>
        <p:spPr>
          <a:xfrm>
            <a:off x="840105" y="537210"/>
            <a:ext cx="2884805" cy="521970"/>
          </a:xfrm>
          <a:prstGeom prst="rect">
            <a:avLst/>
          </a:prstGeom>
          <a:noFill/>
        </p:spPr>
        <p:txBody>
          <a:bodyPr wrap="square" rtlCol="0">
            <a:spAutoFit/>
          </a:bodyPr>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问题与需求分析</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9"/>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800"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15" name="矩形 14"/>
          <p:cNvSpPr/>
          <p:nvPr>
            <p:custDataLst>
              <p:tags r:id="rId10"/>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2</a:t>
            </a:r>
            <a:endParaRPr lang="en-US" altLang="zh-CN" b="1" dirty="0">
              <a:solidFill>
                <a:schemeClr val="bg1"/>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48" name="圆角矩形 47"/>
          <p:cNvSpPr/>
          <p:nvPr>
            <p:custDataLst>
              <p:tags r:id="rId11"/>
            </p:custDataLst>
          </p:nvPr>
        </p:nvSpPr>
        <p:spPr>
          <a:xfrm>
            <a:off x="7045325" y="3055620"/>
            <a:ext cx="1544955" cy="431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随到随学</a:t>
            </a:r>
            <a:r>
              <a:rPr kumimoji="1"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随学随练</a:t>
            </a:r>
            <a:endParaRPr kumimoji="1"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62" name="直接箭头连接符 57"/>
          <p:cNvCxnSpPr/>
          <p:nvPr>
            <p:custDataLst>
              <p:tags r:id="rId12"/>
            </p:custDataLst>
          </p:nvPr>
        </p:nvCxnSpPr>
        <p:spPr>
          <a:xfrm>
            <a:off x="6595110" y="3271520"/>
            <a:ext cx="283845"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65" name="文本框 64"/>
          <p:cNvSpPr txBox="1"/>
          <p:nvPr>
            <p:custDataLst>
              <p:tags r:id="rId13"/>
            </p:custDataLst>
          </p:nvPr>
        </p:nvSpPr>
        <p:spPr>
          <a:xfrm>
            <a:off x="9356090" y="2911475"/>
            <a:ext cx="1440180" cy="275590"/>
          </a:xfrm>
          <a:prstGeom prst="rect">
            <a:avLst/>
          </a:prstGeom>
          <a:noFill/>
          <a:ln>
            <a:solidFill>
              <a:srgbClr val="103F8B"/>
            </a:solidFill>
          </a:ln>
        </p:spPr>
        <p:txBody>
          <a:bodyPr wrap="square" rtlCol="0">
            <a:spAutoFit/>
          </a:bodyPr>
          <a:lstStyle/>
          <a:p>
            <a:r>
              <a:rPr kumimoji="1" lang="zh-CN" altLang="en-US" sz="1200" dirty="0">
                <a:latin typeface="微软雅黑" panose="020B0503020204020204" pitchFamily="34" charset="-122"/>
                <a:ea typeface="微软雅黑" panose="020B0503020204020204" pitchFamily="34" charset="-122"/>
              </a:rPr>
              <a:t>线上视频学习</a:t>
            </a:r>
            <a:endParaRPr kumimoji="1" lang="zh-CN" altLang="en-US" sz="1200" dirty="0">
              <a:latin typeface="微软雅黑" panose="020B0503020204020204" pitchFamily="34" charset="-122"/>
              <a:ea typeface="微软雅黑" panose="020B0503020204020204" pitchFamily="34" charset="-122"/>
            </a:endParaRPr>
          </a:p>
        </p:txBody>
      </p:sp>
      <p:sp>
        <p:nvSpPr>
          <p:cNvPr id="71" name="文本框 70"/>
          <p:cNvSpPr txBox="1"/>
          <p:nvPr>
            <p:custDataLst>
              <p:tags r:id="rId14"/>
            </p:custDataLst>
          </p:nvPr>
        </p:nvSpPr>
        <p:spPr>
          <a:xfrm>
            <a:off x="9356090" y="3328670"/>
            <a:ext cx="1440180" cy="275590"/>
          </a:xfrm>
          <a:prstGeom prst="rect">
            <a:avLst/>
          </a:prstGeom>
          <a:noFill/>
          <a:ln>
            <a:solidFill>
              <a:srgbClr val="103F8B"/>
            </a:solidFill>
          </a:ln>
        </p:spPr>
        <p:txBody>
          <a:bodyPr wrap="square" rtlCol="0">
            <a:spAutoFit/>
          </a:bodyPr>
          <a:lstStyle/>
          <a:p>
            <a:r>
              <a:rPr kumimoji="1" lang="zh-CN" altLang="en-US" sz="1200" dirty="0">
                <a:latin typeface="微软雅黑" panose="020B0503020204020204" pitchFamily="34" charset="-122"/>
                <a:ea typeface="微软雅黑" panose="020B0503020204020204" pitchFamily="34" charset="-122"/>
                <a:sym typeface="+mn-ea"/>
              </a:rPr>
              <a:t>在线答题练习</a:t>
            </a:r>
            <a:endParaRPr kumimoji="1" lang="zh-CN" altLang="en-US" sz="1200" dirty="0">
              <a:latin typeface="微软雅黑" panose="020B0503020204020204" pitchFamily="34" charset="-122"/>
              <a:ea typeface="微软雅黑" panose="020B0503020204020204" pitchFamily="34" charset="-122"/>
              <a:sym typeface="+mn-ea"/>
            </a:endParaRPr>
          </a:p>
        </p:txBody>
      </p:sp>
      <p:cxnSp>
        <p:nvCxnSpPr>
          <p:cNvPr id="86" name="肘形连接符 85"/>
          <p:cNvCxnSpPr>
            <a:stCxn id="48" idx="3"/>
            <a:endCxn id="65" idx="1"/>
          </p:cNvCxnSpPr>
          <p:nvPr>
            <p:custDataLst>
              <p:tags r:id="rId15"/>
            </p:custDataLst>
          </p:nvPr>
        </p:nvCxnSpPr>
        <p:spPr>
          <a:xfrm flipV="1">
            <a:off x="8590280" y="3049270"/>
            <a:ext cx="765810" cy="222250"/>
          </a:xfrm>
          <a:prstGeom prst="bentConnector3">
            <a:avLst>
              <a:gd name="adj1" fmla="val 50000"/>
            </a:avLst>
          </a:prstGeom>
          <a:ln w="19050">
            <a:solidFill>
              <a:srgbClr val="103F8B"/>
            </a:solidFill>
          </a:ln>
        </p:spPr>
        <p:style>
          <a:lnRef idx="1">
            <a:schemeClr val="accent1"/>
          </a:lnRef>
          <a:fillRef idx="0">
            <a:schemeClr val="accent1"/>
          </a:fillRef>
          <a:effectRef idx="0">
            <a:schemeClr val="accent1"/>
          </a:effectRef>
          <a:fontRef idx="minor">
            <a:schemeClr val="tx1"/>
          </a:fontRef>
        </p:style>
      </p:cxnSp>
      <p:cxnSp>
        <p:nvCxnSpPr>
          <p:cNvPr id="89" name="肘形连接符 88"/>
          <p:cNvCxnSpPr>
            <a:stCxn id="48" idx="3"/>
            <a:endCxn id="71" idx="1"/>
          </p:cNvCxnSpPr>
          <p:nvPr>
            <p:custDataLst>
              <p:tags r:id="rId16"/>
            </p:custDataLst>
          </p:nvPr>
        </p:nvCxnSpPr>
        <p:spPr>
          <a:xfrm>
            <a:off x="8590280" y="3271520"/>
            <a:ext cx="765810" cy="194945"/>
          </a:xfrm>
          <a:prstGeom prst="bentConnector3">
            <a:avLst>
              <a:gd name="adj1" fmla="val 50000"/>
            </a:avLst>
          </a:prstGeom>
          <a:ln w="19050">
            <a:solidFill>
              <a:srgbClr val="103F8B"/>
            </a:solidFill>
          </a:ln>
        </p:spPr>
        <p:style>
          <a:lnRef idx="1">
            <a:schemeClr val="accent1"/>
          </a:lnRef>
          <a:fillRef idx="0">
            <a:schemeClr val="accent1"/>
          </a:fillRef>
          <a:effectRef idx="0">
            <a:schemeClr val="accent1"/>
          </a:effectRef>
          <a:fontRef idx="minor">
            <a:schemeClr val="tx1"/>
          </a:fontRef>
        </p:style>
      </p:cxnSp>
      <p:sp>
        <p:nvSpPr>
          <p:cNvPr id="16" name="圆角矩形 15"/>
          <p:cNvSpPr/>
          <p:nvPr>
            <p:custDataLst>
              <p:tags r:id="rId17"/>
            </p:custDataLst>
          </p:nvPr>
        </p:nvSpPr>
        <p:spPr>
          <a:xfrm>
            <a:off x="7045325" y="4236720"/>
            <a:ext cx="1544955" cy="431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zh-CN" sz="1200" dirty="0">
                <a:latin typeface="微软雅黑" panose="020B0503020204020204" pitchFamily="34" charset="-122"/>
                <a:ea typeface="微软雅黑" panose="020B0503020204020204" pitchFamily="34" charset="-122"/>
                <a:sym typeface="+mn-ea"/>
              </a:rPr>
              <a:t>学习效果量化检验</a:t>
            </a:r>
            <a:endParaRPr kumimoji="1" lang="zh-CN" sz="1200" dirty="0">
              <a:latin typeface="微软雅黑" panose="020B0503020204020204" pitchFamily="34" charset="-122"/>
              <a:ea typeface="微软雅黑" panose="020B0503020204020204" pitchFamily="34" charset="-122"/>
              <a:sym typeface="+mn-ea"/>
            </a:endParaRPr>
          </a:p>
        </p:txBody>
      </p:sp>
      <p:cxnSp>
        <p:nvCxnSpPr>
          <p:cNvPr id="17" name="直接箭头连接符 57"/>
          <p:cNvCxnSpPr/>
          <p:nvPr>
            <p:custDataLst>
              <p:tags r:id="rId18"/>
            </p:custDataLst>
          </p:nvPr>
        </p:nvCxnSpPr>
        <p:spPr>
          <a:xfrm>
            <a:off x="6595110" y="4452620"/>
            <a:ext cx="283845"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18" name="文本框 17"/>
          <p:cNvSpPr txBox="1"/>
          <p:nvPr>
            <p:custDataLst>
              <p:tags r:id="rId19"/>
            </p:custDataLst>
          </p:nvPr>
        </p:nvSpPr>
        <p:spPr>
          <a:xfrm>
            <a:off x="9356090" y="4100195"/>
            <a:ext cx="1440180" cy="275590"/>
          </a:xfrm>
          <a:prstGeom prst="rect">
            <a:avLst/>
          </a:prstGeom>
          <a:noFill/>
          <a:ln>
            <a:solidFill>
              <a:srgbClr val="103F8B"/>
            </a:solidFill>
          </a:ln>
        </p:spPr>
        <p:txBody>
          <a:bodyPr wrap="square" rtlCol="0">
            <a:spAutoFit/>
          </a:bodyPr>
          <a:p>
            <a:r>
              <a:rPr kumimoji="1" lang="zh-CN" altLang="en-US" sz="1200" dirty="0">
                <a:latin typeface="微软雅黑" panose="020B0503020204020204" pitchFamily="34" charset="-122"/>
                <a:ea typeface="微软雅黑" panose="020B0503020204020204" pitchFamily="34" charset="-122"/>
              </a:rPr>
              <a:t>组织线上考核</a:t>
            </a:r>
            <a:endParaRPr kumimoji="1" lang="zh-CN" altLang="en-US" sz="1200" dirty="0">
              <a:latin typeface="微软雅黑" panose="020B0503020204020204" pitchFamily="34" charset="-122"/>
              <a:ea typeface="微软雅黑" panose="020B0503020204020204" pitchFamily="34" charset="-122"/>
            </a:endParaRPr>
          </a:p>
        </p:txBody>
      </p:sp>
      <p:sp>
        <p:nvSpPr>
          <p:cNvPr id="21" name="文本框 20"/>
          <p:cNvSpPr txBox="1"/>
          <p:nvPr>
            <p:custDataLst>
              <p:tags r:id="rId20"/>
            </p:custDataLst>
          </p:nvPr>
        </p:nvSpPr>
        <p:spPr>
          <a:xfrm>
            <a:off x="9356090" y="4538345"/>
            <a:ext cx="1440180" cy="275590"/>
          </a:xfrm>
          <a:prstGeom prst="rect">
            <a:avLst/>
          </a:prstGeom>
          <a:noFill/>
          <a:ln>
            <a:solidFill>
              <a:srgbClr val="103F8B"/>
            </a:solidFill>
          </a:ln>
        </p:spPr>
        <p:txBody>
          <a:bodyPr wrap="square" rtlCol="0">
            <a:spAutoFit/>
          </a:bodyPr>
          <a:p>
            <a:r>
              <a:rPr kumimoji="1" lang="zh-CN" altLang="en-US" sz="1200" dirty="0">
                <a:latin typeface="微软雅黑" panose="020B0503020204020204" pitchFamily="34" charset="-122"/>
                <a:ea typeface="微软雅黑" panose="020B0503020204020204" pitchFamily="34" charset="-122"/>
              </a:rPr>
              <a:t>自动化阅卷</a:t>
            </a:r>
            <a:endParaRPr kumimoji="1" lang="zh-CN" altLang="en-US" sz="1200" dirty="0">
              <a:latin typeface="微软雅黑" panose="020B0503020204020204" pitchFamily="34" charset="-122"/>
              <a:ea typeface="微软雅黑" panose="020B0503020204020204" pitchFamily="34" charset="-122"/>
            </a:endParaRPr>
          </a:p>
        </p:txBody>
      </p:sp>
      <p:cxnSp>
        <p:nvCxnSpPr>
          <p:cNvPr id="22" name="肘形连接符 21"/>
          <p:cNvCxnSpPr>
            <a:stCxn id="16" idx="3"/>
            <a:endCxn id="18" idx="1"/>
          </p:cNvCxnSpPr>
          <p:nvPr>
            <p:custDataLst>
              <p:tags r:id="rId21"/>
            </p:custDataLst>
          </p:nvPr>
        </p:nvCxnSpPr>
        <p:spPr>
          <a:xfrm flipV="1">
            <a:off x="8590280" y="4237990"/>
            <a:ext cx="765810" cy="214630"/>
          </a:xfrm>
          <a:prstGeom prst="bentConnector3">
            <a:avLst>
              <a:gd name="adj1" fmla="val 50000"/>
            </a:avLst>
          </a:prstGeom>
          <a:ln w="19050">
            <a:solidFill>
              <a:srgbClr val="103F8B"/>
            </a:solidFill>
          </a:ln>
        </p:spPr>
        <p:style>
          <a:lnRef idx="1">
            <a:schemeClr val="accent1"/>
          </a:lnRef>
          <a:fillRef idx="0">
            <a:schemeClr val="accent1"/>
          </a:fillRef>
          <a:effectRef idx="0">
            <a:schemeClr val="accent1"/>
          </a:effectRef>
          <a:fontRef idx="minor">
            <a:schemeClr val="tx1"/>
          </a:fontRef>
        </p:style>
      </p:cxnSp>
      <p:cxnSp>
        <p:nvCxnSpPr>
          <p:cNvPr id="24" name="肘形连接符 23"/>
          <p:cNvCxnSpPr>
            <a:stCxn id="16" idx="3"/>
            <a:endCxn id="21" idx="1"/>
          </p:cNvCxnSpPr>
          <p:nvPr>
            <p:custDataLst>
              <p:tags r:id="rId22"/>
            </p:custDataLst>
          </p:nvPr>
        </p:nvCxnSpPr>
        <p:spPr>
          <a:xfrm>
            <a:off x="8590280" y="4452620"/>
            <a:ext cx="765810" cy="223520"/>
          </a:xfrm>
          <a:prstGeom prst="bentConnector3">
            <a:avLst>
              <a:gd name="adj1" fmla="val 50000"/>
            </a:avLst>
          </a:prstGeom>
          <a:ln w="19050">
            <a:solidFill>
              <a:srgbClr val="103F8B"/>
            </a:solidFill>
          </a:ln>
        </p:spPr>
        <p:style>
          <a:lnRef idx="1">
            <a:schemeClr val="accent1"/>
          </a:lnRef>
          <a:fillRef idx="0">
            <a:schemeClr val="accent1"/>
          </a:fillRef>
          <a:effectRef idx="0">
            <a:schemeClr val="accent1"/>
          </a:effectRef>
          <a:fontRef idx="minor">
            <a:schemeClr val="tx1"/>
          </a:fontRef>
        </p:style>
      </p:cxnSp>
      <p:sp>
        <p:nvSpPr>
          <p:cNvPr id="49" name="圆角矩形 48"/>
          <p:cNvSpPr/>
          <p:nvPr>
            <p:custDataLst>
              <p:tags r:id="rId23"/>
            </p:custDataLst>
          </p:nvPr>
        </p:nvSpPr>
        <p:spPr>
          <a:xfrm>
            <a:off x="7045325" y="5607050"/>
            <a:ext cx="1544955" cy="431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latin typeface="微软雅黑" panose="020B0503020204020204" pitchFamily="34" charset="-122"/>
                <a:ea typeface="微软雅黑" panose="020B0503020204020204" pitchFamily="34" charset="-122"/>
                <a:sym typeface="+mn-ea"/>
              </a:rPr>
              <a:t>学习成果具象化</a:t>
            </a:r>
            <a:endParaRPr kumimoji="1" lang="zh-CN" altLang="en-US" sz="1200" dirty="0">
              <a:latin typeface="微软雅黑" panose="020B0503020204020204" pitchFamily="34" charset="-122"/>
              <a:ea typeface="微软雅黑" panose="020B0503020204020204" pitchFamily="34" charset="-122"/>
              <a:sym typeface="+mn-ea"/>
            </a:endParaRPr>
          </a:p>
        </p:txBody>
      </p:sp>
      <p:sp>
        <p:nvSpPr>
          <p:cNvPr id="66" name="文本框 65"/>
          <p:cNvSpPr txBox="1"/>
          <p:nvPr>
            <p:custDataLst>
              <p:tags r:id="rId24"/>
            </p:custDataLst>
          </p:nvPr>
        </p:nvSpPr>
        <p:spPr>
          <a:xfrm>
            <a:off x="9356090" y="5309870"/>
            <a:ext cx="1440180" cy="275590"/>
          </a:xfrm>
          <a:prstGeom prst="rect">
            <a:avLst/>
          </a:prstGeom>
          <a:noFill/>
          <a:ln>
            <a:solidFill>
              <a:srgbClr val="103F8B"/>
            </a:solidFill>
          </a:ln>
        </p:spPr>
        <p:txBody>
          <a:bodyPr wrap="square" rtlCol="0">
            <a:spAutoFit/>
          </a:bodyPr>
          <a:lstStyle/>
          <a:p>
            <a:r>
              <a:rPr kumimoji="1" lang="zh-CN" altLang="en-US" sz="1200" dirty="0">
                <a:latin typeface="微软雅黑" panose="020B0503020204020204" pitchFamily="34" charset="-122"/>
                <a:ea typeface="微软雅黑" panose="020B0503020204020204" pitchFamily="34" charset="-122"/>
              </a:rPr>
              <a:t>培训学习档案</a:t>
            </a:r>
            <a:endParaRPr kumimoji="1" lang="zh-CN" altLang="en-US" sz="1200" dirty="0">
              <a:latin typeface="微软雅黑" panose="020B0503020204020204" pitchFamily="34" charset="-122"/>
              <a:ea typeface="微软雅黑" panose="020B0503020204020204" pitchFamily="34" charset="-122"/>
            </a:endParaRPr>
          </a:p>
        </p:txBody>
      </p:sp>
      <p:sp>
        <p:nvSpPr>
          <p:cNvPr id="70" name="文本框 69"/>
          <p:cNvSpPr txBox="1"/>
          <p:nvPr>
            <p:custDataLst>
              <p:tags r:id="rId25"/>
            </p:custDataLst>
          </p:nvPr>
        </p:nvSpPr>
        <p:spPr>
          <a:xfrm>
            <a:off x="9356090" y="5686425"/>
            <a:ext cx="1440180" cy="275590"/>
          </a:xfrm>
          <a:prstGeom prst="rect">
            <a:avLst/>
          </a:prstGeom>
          <a:noFill/>
          <a:ln>
            <a:solidFill>
              <a:srgbClr val="103F8B"/>
            </a:solidFill>
          </a:ln>
        </p:spPr>
        <p:txBody>
          <a:bodyPr wrap="square" rtlCol="0">
            <a:spAutoFit/>
          </a:bodyPr>
          <a:lstStyle/>
          <a:p>
            <a:r>
              <a:rPr kumimoji="1" lang="zh-CN" altLang="en-US" sz="1200" dirty="0">
                <a:latin typeface="微软雅黑" panose="020B0503020204020204" pitchFamily="34" charset="-122"/>
                <a:ea typeface="微软雅黑" panose="020B0503020204020204" pitchFamily="34" charset="-122"/>
              </a:rPr>
              <a:t>学习积分排名</a:t>
            </a:r>
            <a:endParaRPr kumimoji="1" lang="zh-CN" altLang="en-US" sz="1200" dirty="0">
              <a:latin typeface="微软雅黑" panose="020B0503020204020204" pitchFamily="34" charset="-122"/>
              <a:ea typeface="微软雅黑" panose="020B0503020204020204" pitchFamily="34" charset="-122"/>
            </a:endParaRPr>
          </a:p>
        </p:txBody>
      </p:sp>
      <p:sp>
        <p:nvSpPr>
          <p:cNvPr id="77" name="文本框 76"/>
          <p:cNvSpPr txBox="1"/>
          <p:nvPr>
            <p:custDataLst>
              <p:tags r:id="rId26"/>
            </p:custDataLst>
          </p:nvPr>
        </p:nvSpPr>
        <p:spPr>
          <a:xfrm>
            <a:off x="9356090" y="6062980"/>
            <a:ext cx="1441450" cy="275590"/>
          </a:xfrm>
          <a:prstGeom prst="rect">
            <a:avLst/>
          </a:prstGeom>
          <a:noFill/>
          <a:ln>
            <a:solidFill>
              <a:srgbClr val="103F8B"/>
            </a:solidFill>
          </a:ln>
        </p:spPr>
        <p:txBody>
          <a:bodyPr wrap="square" rtlCol="0">
            <a:spAutoFit/>
          </a:bodyPr>
          <a:lstStyle/>
          <a:p>
            <a:r>
              <a:rPr kumimoji="1" lang="zh-CN" altLang="en-US" sz="1200" dirty="0">
                <a:latin typeface="微软雅黑" panose="020B0503020204020204" pitchFamily="34" charset="-122"/>
                <a:ea typeface="微软雅黑" panose="020B0503020204020204" pitchFamily="34" charset="-122"/>
              </a:rPr>
              <a:t>积分商品兑换</a:t>
            </a:r>
            <a:endParaRPr kumimoji="1" lang="zh-CN" altLang="en-US" sz="1200" dirty="0">
              <a:latin typeface="微软雅黑" panose="020B0503020204020204" pitchFamily="34" charset="-122"/>
              <a:ea typeface="微软雅黑" panose="020B0503020204020204" pitchFamily="34" charset="-122"/>
            </a:endParaRPr>
          </a:p>
        </p:txBody>
      </p:sp>
      <p:cxnSp>
        <p:nvCxnSpPr>
          <p:cNvPr id="98" name="肘形连接符 97"/>
          <p:cNvCxnSpPr>
            <a:stCxn id="49" idx="3"/>
            <a:endCxn id="66" idx="1"/>
          </p:cNvCxnSpPr>
          <p:nvPr>
            <p:custDataLst>
              <p:tags r:id="rId27"/>
            </p:custDataLst>
          </p:nvPr>
        </p:nvCxnSpPr>
        <p:spPr>
          <a:xfrm flipV="1">
            <a:off x="8590280" y="5447665"/>
            <a:ext cx="765810" cy="375285"/>
          </a:xfrm>
          <a:prstGeom prst="bentConnector3">
            <a:avLst>
              <a:gd name="adj1" fmla="val 50000"/>
            </a:avLst>
          </a:prstGeom>
          <a:ln w="19050">
            <a:solidFill>
              <a:srgbClr val="103F8B"/>
            </a:solidFill>
          </a:ln>
        </p:spPr>
        <p:style>
          <a:lnRef idx="1">
            <a:schemeClr val="accent1"/>
          </a:lnRef>
          <a:fillRef idx="0">
            <a:schemeClr val="accent1"/>
          </a:fillRef>
          <a:effectRef idx="0">
            <a:schemeClr val="accent1"/>
          </a:effectRef>
          <a:fontRef idx="minor">
            <a:schemeClr val="tx1"/>
          </a:fontRef>
        </p:style>
      </p:cxnSp>
      <p:cxnSp>
        <p:nvCxnSpPr>
          <p:cNvPr id="101" name="肘形连接符 100"/>
          <p:cNvCxnSpPr>
            <a:stCxn id="49" idx="3"/>
            <a:endCxn id="70" idx="1"/>
          </p:cNvCxnSpPr>
          <p:nvPr>
            <p:custDataLst>
              <p:tags r:id="rId28"/>
            </p:custDataLst>
          </p:nvPr>
        </p:nvCxnSpPr>
        <p:spPr>
          <a:xfrm>
            <a:off x="8590280" y="5822950"/>
            <a:ext cx="765810" cy="1270"/>
          </a:xfrm>
          <a:prstGeom prst="bentConnector3">
            <a:avLst>
              <a:gd name="adj1" fmla="val 50000"/>
            </a:avLst>
          </a:prstGeom>
          <a:ln w="19050">
            <a:solidFill>
              <a:srgbClr val="103F8B"/>
            </a:solidFill>
          </a:ln>
        </p:spPr>
        <p:style>
          <a:lnRef idx="1">
            <a:schemeClr val="accent1"/>
          </a:lnRef>
          <a:fillRef idx="0">
            <a:schemeClr val="accent1"/>
          </a:fillRef>
          <a:effectRef idx="0">
            <a:schemeClr val="accent1"/>
          </a:effectRef>
          <a:fontRef idx="minor">
            <a:schemeClr val="tx1"/>
          </a:fontRef>
        </p:style>
      </p:cxnSp>
      <p:cxnSp>
        <p:nvCxnSpPr>
          <p:cNvPr id="104" name="肘形连接符 103"/>
          <p:cNvCxnSpPr>
            <a:stCxn id="49" idx="3"/>
            <a:endCxn id="77" idx="1"/>
          </p:cNvCxnSpPr>
          <p:nvPr>
            <p:custDataLst>
              <p:tags r:id="rId29"/>
            </p:custDataLst>
          </p:nvPr>
        </p:nvCxnSpPr>
        <p:spPr>
          <a:xfrm>
            <a:off x="8590280" y="5822950"/>
            <a:ext cx="765810" cy="377825"/>
          </a:xfrm>
          <a:prstGeom prst="bentConnector3">
            <a:avLst>
              <a:gd name="adj1" fmla="val 50000"/>
            </a:avLst>
          </a:prstGeom>
          <a:ln w="19050">
            <a:solidFill>
              <a:srgbClr val="103F8B"/>
            </a:solidFill>
          </a:ln>
        </p:spPr>
        <p:style>
          <a:lnRef idx="1">
            <a:schemeClr val="accent1"/>
          </a:lnRef>
          <a:fillRef idx="0">
            <a:schemeClr val="accent1"/>
          </a:fillRef>
          <a:effectRef idx="0">
            <a:schemeClr val="accent1"/>
          </a:effectRef>
          <a:fontRef idx="minor">
            <a:schemeClr val="tx1"/>
          </a:fontRef>
        </p:style>
      </p:cxnSp>
      <p:cxnSp>
        <p:nvCxnSpPr>
          <p:cNvPr id="27" name="直接箭头连接符 57"/>
          <p:cNvCxnSpPr/>
          <p:nvPr>
            <p:custDataLst>
              <p:tags r:id="rId30"/>
            </p:custDataLst>
          </p:nvPr>
        </p:nvCxnSpPr>
        <p:spPr>
          <a:xfrm>
            <a:off x="6595110" y="5777865"/>
            <a:ext cx="283845"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668020" y="4342765"/>
            <a:ext cx="5426710" cy="1696085"/>
            <a:chOff x="1052" y="6764"/>
            <a:chExt cx="8546" cy="2671"/>
          </a:xfrm>
        </p:grpSpPr>
        <p:sp>
          <p:nvSpPr>
            <p:cNvPr id="26" name="iṣļiḋé"/>
            <p:cNvSpPr/>
            <p:nvPr>
              <p:custDataLst>
                <p:tags r:id="rId31"/>
              </p:custDataLst>
            </p:nvPr>
          </p:nvSpPr>
          <p:spPr>
            <a:xfrm>
              <a:off x="1052" y="6764"/>
              <a:ext cx="8546" cy="2671"/>
            </a:xfrm>
            <a:prstGeom prst="rect">
              <a:avLst/>
            </a:prstGeom>
            <a:solidFill>
              <a:srgbClr val="F1F4F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p>
              <a:pPr marL="171450" indent="-171450">
                <a:lnSpc>
                  <a:spcPct val="130000"/>
                </a:lnSpc>
                <a:buFont typeface="Arial" panose="020B0604020202020204" pitchFamily="34" charset="0"/>
                <a:buChar char="•"/>
              </a:pPr>
              <a:endParaRPr kumimoji="1" lang="en-US" altLang="zh-CN" sz="1050" dirty="0">
                <a:solidFill>
                  <a:schemeClr val="tx1"/>
                </a:solidFill>
              </a:endParaRPr>
            </a:p>
          </p:txBody>
        </p:sp>
        <p:sp>
          <p:nvSpPr>
            <p:cNvPr id="28" name="išļîḍè"/>
            <p:cNvSpPr/>
            <p:nvPr>
              <p:custDataLst>
                <p:tags r:id="rId32"/>
              </p:custDataLst>
            </p:nvPr>
          </p:nvSpPr>
          <p:spPr>
            <a:xfrm>
              <a:off x="1536" y="6764"/>
              <a:ext cx="2041" cy="567"/>
            </a:xfrm>
            <a:prstGeom prst="homePlate">
              <a:avLst>
                <a:gd name="adj" fmla="val 0"/>
              </a:avLst>
            </a:prstGeom>
            <a:solidFill>
              <a:srgbClr val="0057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p>
              <a:pPr algn="ctr"/>
              <a:r>
                <a:rPr kumimoji="1" lang="zh-CN" sz="1400" b="1" dirty="0">
                  <a:solidFill>
                    <a:srgbClr val="FFFFFF"/>
                  </a:solidFill>
                  <a:latin typeface="微软雅黑" panose="020B0503020204020204" pitchFamily="34" charset="-122"/>
                  <a:ea typeface="微软雅黑" panose="020B0503020204020204" pitchFamily="34" charset="-122"/>
                </a:rPr>
                <a:t>培训管理</a:t>
              </a:r>
              <a:endParaRPr kumimoji="1" lang="zh-CN" sz="1400" b="1" dirty="0">
                <a:solidFill>
                  <a:srgbClr val="FFFFFF"/>
                </a:solidFill>
                <a:latin typeface="微软雅黑" panose="020B0503020204020204" pitchFamily="34" charset="-122"/>
                <a:ea typeface="微软雅黑" panose="020B0503020204020204" pitchFamily="34" charset="-122"/>
              </a:endParaRPr>
            </a:p>
          </p:txBody>
        </p:sp>
        <p:sp>
          <p:nvSpPr>
            <p:cNvPr id="34" name="文本框 33"/>
            <p:cNvSpPr txBox="1"/>
            <p:nvPr>
              <p:custDataLst>
                <p:tags r:id="rId33"/>
              </p:custDataLst>
            </p:nvPr>
          </p:nvSpPr>
          <p:spPr>
            <a:xfrm>
              <a:off x="1432" y="7574"/>
              <a:ext cx="7854" cy="1573"/>
            </a:xfrm>
            <a:prstGeom prst="rect">
              <a:avLst/>
            </a:prstGeom>
            <a:noFill/>
          </p:spPr>
          <p:txBody>
            <a:bodyPr wrap="square" rtlCol="0">
              <a:spAutoFit/>
            </a:bodyPr>
            <a:p>
              <a:pPr marL="194310" indent="-194310">
                <a:lnSpc>
                  <a:spcPct val="150000"/>
                </a:lnSpc>
                <a:spcBef>
                  <a:spcPts val="600"/>
                </a:spcBef>
                <a:spcAft>
                  <a:spcPts val="0"/>
                </a:spcAft>
                <a:buFont typeface="Arial" panose="020B0604020202020204" pitchFamily="34" charset="0"/>
                <a:buChar char="•"/>
              </a:pPr>
              <a:r>
                <a:rPr lang="zh-CN" altLang="en-US" sz="1200">
                  <a:latin typeface="微软雅黑" panose="020B0503020204020204" pitchFamily="34" charset="-122"/>
                  <a:ea typeface="微软雅黑" panose="020B0503020204020204" pitchFamily="34" charset="-122"/>
                </a:rPr>
                <a:t>管理办法仅明确要求：各级灾害信息员每年度至少参加一次专题培训，暂未明确培训情况量化指标</a:t>
              </a:r>
              <a:endParaRPr lang="zh-CN" altLang="en-US" sz="1200">
                <a:latin typeface="微软雅黑" panose="020B0503020204020204" pitchFamily="34" charset="-122"/>
                <a:ea typeface="微软雅黑" panose="020B0503020204020204" pitchFamily="34" charset="-122"/>
              </a:endParaRPr>
            </a:p>
            <a:p>
              <a:pPr marL="194310" indent="-194310">
                <a:lnSpc>
                  <a:spcPct val="150000"/>
                </a:lnSpc>
                <a:spcBef>
                  <a:spcPts val="600"/>
                </a:spcBef>
                <a:spcAft>
                  <a:spcPts val="0"/>
                </a:spcAft>
                <a:buFont typeface="Arial" panose="020B0604020202020204" pitchFamily="34" charset="0"/>
                <a:buChar char="•"/>
              </a:pPr>
              <a:r>
                <a:rPr lang="zh-CN" altLang="en-US" sz="1200">
                  <a:latin typeface="微软雅黑" panose="020B0503020204020204" pitchFamily="34" charset="-122"/>
                  <a:ea typeface="微软雅黑" panose="020B0503020204020204" pitchFamily="34" charset="-122"/>
                </a:rPr>
                <a:t>管理办法暂未明确提出，针对培训考核和效果评估的具体落实办法</a:t>
              </a:r>
              <a:endParaRPr lang="zh-CN" altLang="en-US" sz="1200">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668655" y="1765935"/>
            <a:ext cx="5426075" cy="1926590"/>
            <a:chOff x="1052" y="2999"/>
            <a:chExt cx="8545" cy="3034"/>
          </a:xfrm>
        </p:grpSpPr>
        <p:sp>
          <p:nvSpPr>
            <p:cNvPr id="29" name="îśḷïḑè"/>
            <p:cNvSpPr/>
            <p:nvPr>
              <p:custDataLst>
                <p:tags r:id="rId34"/>
              </p:custDataLst>
            </p:nvPr>
          </p:nvSpPr>
          <p:spPr>
            <a:xfrm>
              <a:off x="1052" y="2999"/>
              <a:ext cx="8545" cy="3034"/>
            </a:xfrm>
            <a:prstGeom prst="rect">
              <a:avLst/>
            </a:prstGeom>
            <a:solidFill>
              <a:srgbClr val="F1F4F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p>
              <a:pPr marL="171450" indent="-171450">
                <a:lnSpc>
                  <a:spcPct val="130000"/>
                </a:lnSpc>
                <a:buFont typeface="Arial" panose="020B0604020202020204" pitchFamily="34" charset="0"/>
                <a:buChar char="•"/>
              </a:pPr>
              <a:endParaRPr kumimoji="1" lang="en-US" altLang="zh-CN" sz="1050" dirty="0">
                <a:solidFill>
                  <a:schemeClr val="tx1"/>
                </a:solidFill>
              </a:endParaRPr>
            </a:p>
          </p:txBody>
        </p:sp>
        <p:sp>
          <p:nvSpPr>
            <p:cNvPr id="32" name="íşļiḑè"/>
            <p:cNvSpPr/>
            <p:nvPr>
              <p:custDataLst>
                <p:tags r:id="rId35"/>
              </p:custDataLst>
            </p:nvPr>
          </p:nvSpPr>
          <p:spPr>
            <a:xfrm>
              <a:off x="1537" y="2999"/>
              <a:ext cx="2041" cy="567"/>
            </a:xfrm>
            <a:prstGeom prst="homePlate">
              <a:avLst>
                <a:gd name="adj" fmla="val 0"/>
              </a:avLst>
            </a:prstGeom>
            <a:solidFill>
              <a:srgbClr val="0057D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p>
              <a:pPr algn="ctr"/>
              <a:r>
                <a:rPr kumimoji="1" lang="zh-CN" sz="1400" b="1" dirty="0">
                  <a:solidFill>
                    <a:srgbClr val="FFFFFF"/>
                  </a:solidFill>
                  <a:latin typeface="微软雅黑" panose="020B0503020204020204" pitchFamily="34" charset="-122"/>
                  <a:ea typeface="微软雅黑" panose="020B0503020204020204" pitchFamily="34" charset="-122"/>
                </a:rPr>
                <a:t>培训学习</a:t>
              </a:r>
              <a:endParaRPr kumimoji="1" lang="zh-CN" sz="1400" b="1" dirty="0">
                <a:solidFill>
                  <a:srgbClr val="FFFFFF"/>
                </a:solidFill>
                <a:latin typeface="微软雅黑" panose="020B0503020204020204" pitchFamily="34" charset="-122"/>
                <a:ea typeface="微软雅黑" panose="020B0503020204020204" pitchFamily="34" charset="-122"/>
              </a:endParaRPr>
            </a:p>
          </p:txBody>
        </p:sp>
        <p:sp>
          <p:nvSpPr>
            <p:cNvPr id="36" name="文本框 35"/>
            <p:cNvSpPr txBox="1"/>
            <p:nvPr>
              <p:custDataLst>
                <p:tags r:id="rId36"/>
              </p:custDataLst>
            </p:nvPr>
          </p:nvSpPr>
          <p:spPr>
            <a:xfrm>
              <a:off x="1431" y="3805"/>
              <a:ext cx="7855" cy="2010"/>
            </a:xfrm>
            <a:prstGeom prst="rect">
              <a:avLst/>
            </a:prstGeom>
            <a:noFill/>
          </p:spPr>
          <p:txBody>
            <a:bodyPr wrap="square" rtlCol="0" anchor="t">
              <a:spAutoFit/>
            </a:bodyPr>
            <a:p>
              <a:pPr marL="184785" lvl="0" indent="-184785" algn="l">
                <a:lnSpc>
                  <a:spcPct val="150000"/>
                </a:lnSpc>
                <a:spcBef>
                  <a:spcPts val="600"/>
                </a:spcBef>
                <a:spcAft>
                  <a:spcPts val="0"/>
                </a:spcAft>
                <a:buClrTx/>
                <a:buSzTx/>
                <a:buFont typeface="Arial" panose="020B0604020202020204" pitchFamily="34" charset="0"/>
                <a:buChar char="•"/>
              </a:pPr>
              <a:r>
                <a:rPr lang="zh-CN" altLang="en-US" sz="1200">
                  <a:latin typeface="微软雅黑" panose="020B0503020204020204" pitchFamily="34" charset="-122"/>
                  <a:ea typeface="微软雅黑" panose="020B0503020204020204" pitchFamily="34" charset="-122"/>
                  <a:sym typeface="+mn-ea"/>
                </a:rPr>
                <a:t>目前暂未落实监督到个人灾害信息员培训学习效果，导致依然存在部分</a:t>
              </a:r>
              <a:r>
                <a:rPr sz="1200" dirty="0">
                  <a:latin typeface="微软雅黑" panose="020B0503020204020204" pitchFamily="34" charset="-122"/>
                  <a:ea typeface="微软雅黑" panose="020B0503020204020204" pitchFamily="34" charset="-122"/>
                  <a:cs typeface="阿里巴巴普惠体" panose="00020600040101010101" pitchFamily="18" charset="-122"/>
                  <a:sym typeface="+mn-ea"/>
                </a:rPr>
                <a:t>灾害信息员对于报灾系统以及业务指标</a:t>
              </a:r>
              <a:r>
                <a:rPr lang="zh-CN" sz="1200" dirty="0">
                  <a:latin typeface="微软雅黑" panose="020B0503020204020204" pitchFamily="34" charset="-122"/>
                  <a:ea typeface="微软雅黑" panose="020B0503020204020204" pitchFamily="34" charset="-122"/>
                  <a:cs typeface="阿里巴巴普惠体" panose="00020600040101010101" pitchFamily="18" charset="-122"/>
                  <a:sym typeface="+mn-ea"/>
                </a:rPr>
                <a:t>不熟练。</a:t>
              </a:r>
              <a:endParaRPr lang="zh-CN" sz="1200" dirty="0">
                <a:latin typeface="微软雅黑" panose="020B0503020204020204" pitchFamily="34" charset="-122"/>
                <a:ea typeface="微软雅黑" panose="020B0503020204020204" pitchFamily="34" charset="-122"/>
                <a:cs typeface="阿里巴巴普惠体" panose="00020600040101010101" pitchFamily="18" charset="-122"/>
                <a:sym typeface="+mn-ea"/>
              </a:endParaRPr>
            </a:p>
            <a:p>
              <a:pPr marL="184785" lvl="0" indent="-184785" algn="l">
                <a:lnSpc>
                  <a:spcPct val="150000"/>
                </a:lnSpc>
                <a:spcBef>
                  <a:spcPts val="600"/>
                </a:spcBef>
                <a:spcAft>
                  <a:spcPts val="0"/>
                </a:spcAft>
                <a:buClrTx/>
                <a:buSzTx/>
                <a:buFont typeface="Arial" panose="020B0604020202020204" pitchFamily="34" charset="0"/>
                <a:buChar char="•"/>
              </a:pPr>
              <a:r>
                <a:rPr lang="zh-CN" altLang="en-US" sz="1200">
                  <a:latin typeface="微软雅黑" panose="020B0503020204020204" pitchFamily="34" charset="-122"/>
                  <a:ea typeface="微软雅黑" panose="020B0503020204020204" pitchFamily="34" charset="-122"/>
                  <a:sym typeface="+mn-ea"/>
                </a:rPr>
                <a:t>目前培训开展方式以线下培训为主，线下培训与实际业务系统操作存在时间差，无法有效提升工作效率。</a:t>
              </a:r>
              <a:endParaRPr lang="zh-CN" altLang="en-US" sz="1200" dirty="0">
                <a:latin typeface="微软雅黑" panose="020B0503020204020204" pitchFamily="34" charset="-122"/>
                <a:ea typeface="微软雅黑" panose="020B0503020204020204" pitchFamily="34" charset="-122"/>
                <a:cs typeface="阿里巴巴普惠体" panose="00020600040101010101" pitchFamily="18" charset="-122"/>
                <a:sym typeface="+mn-ea"/>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559"/>
            <a:ext cx="12192529" cy="6857441"/>
          </a:xfrm>
          <a:prstGeom prst="rect">
            <a:avLst/>
          </a:prstGeom>
          <a:gradFill>
            <a:gsLst>
              <a:gs pos="72000">
                <a:srgbClr val="18318C"/>
              </a:gs>
              <a:gs pos="0">
                <a:srgbClr val="3A3AC2"/>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2835A5"/>
              </a:solidFill>
            </a:endParaRPr>
          </a:p>
        </p:txBody>
      </p:sp>
      <p:pic>
        <p:nvPicPr>
          <p:cNvPr id="19" name="图片 18"/>
          <p:cNvPicPr>
            <a:picLocks noChangeAspect="1"/>
          </p:cNvPicPr>
          <p:nvPr/>
        </p:nvPicPr>
        <p:blipFill rotWithShape="1">
          <a:blip r:embed="rId1" cstate="print">
            <a:alphaModFix amt="86000"/>
            <a:extLst>
              <a:ext uri="{28A0092B-C50C-407E-A947-70E740481C1C}">
                <a14:useLocalDpi xmlns:a14="http://schemas.microsoft.com/office/drawing/2010/main" val="0"/>
              </a:ext>
            </a:extLst>
          </a:blip>
          <a:srcRect l="57121"/>
          <a:stretch>
            <a:fillRect/>
          </a:stretch>
        </p:blipFill>
        <p:spPr>
          <a:xfrm>
            <a:off x="6600337" y="1874"/>
            <a:ext cx="5229237" cy="6856126"/>
          </a:xfrm>
          <a:prstGeom prst="rect">
            <a:avLst/>
          </a:prstGeom>
        </p:spPr>
      </p:pic>
      <p:sp>
        <p:nvSpPr>
          <p:cNvPr id="2" name="文本框 1"/>
          <p:cNvSpPr txBox="1"/>
          <p:nvPr/>
        </p:nvSpPr>
        <p:spPr>
          <a:xfrm>
            <a:off x="1117201" y="1373124"/>
            <a:ext cx="3070492" cy="922020"/>
          </a:xfrm>
          <a:prstGeom prst="rect">
            <a:avLst/>
          </a:prstGeom>
          <a:noFill/>
        </p:spPr>
        <p:txBody>
          <a:bodyPr wrap="square" rtlCol="0">
            <a:spAutoFit/>
          </a:bodyPr>
          <a:lstStyle/>
          <a:p>
            <a:r>
              <a:rPr lang="zh-CN" altLang="en-US" sz="5400" b="1" spc="180" dirty="0">
                <a:solidFill>
                  <a:schemeClr val="bg1"/>
                </a:solidFill>
                <a:uFillTx/>
                <a:latin typeface="微软雅黑" panose="020B0503020204020204" pitchFamily="34" charset="-122"/>
                <a:ea typeface="微软雅黑" panose="020B0503020204020204" pitchFamily="34" charset="-122"/>
              </a:rPr>
              <a:t>总体设计</a:t>
            </a:r>
            <a:endParaRPr lang="zh-CN" altLang="en-US" sz="5400" b="1" spc="180" dirty="0">
              <a:solidFill>
                <a:schemeClr val="bg1"/>
              </a:solidFill>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1131489" y="1006962"/>
            <a:ext cx="2154636" cy="398780"/>
          </a:xfrm>
          <a:prstGeom prst="rect">
            <a:avLst/>
          </a:prstGeom>
          <a:noFill/>
        </p:spPr>
        <p:txBody>
          <a:bodyPr wrap="square">
            <a:spAutoFit/>
          </a:bodyPr>
          <a:lstStyle/>
          <a:p>
            <a:r>
              <a:rPr lang="en-US" altLang="zh-CN" sz="2000" dirty="0">
                <a:solidFill>
                  <a:schemeClr val="bg1"/>
                </a:solidFill>
                <a:latin typeface="微软雅黑 Light" panose="020B0502040204020203" pitchFamily="34" charset="-122"/>
                <a:ea typeface="微软雅黑 Light" panose="020B0502040204020203" pitchFamily="34" charset="-122"/>
                <a:cs typeface="+mn-ea"/>
                <a:sym typeface="+mn-lt"/>
              </a:rPr>
              <a:t>PART 3</a:t>
            </a:r>
            <a:endParaRPr lang="zh-CN" altLang="en-US" sz="2000" dirty="0">
              <a:latin typeface="微软雅黑 Light" panose="020B0502040204020203" pitchFamily="34" charset="-122"/>
              <a:ea typeface="微软雅黑 Light" panose="020B0502040204020203" pitchFamily="34" charset="-122"/>
            </a:endParaRPr>
          </a:p>
        </p:txBody>
      </p:sp>
      <p:grpSp>
        <p:nvGrpSpPr>
          <p:cNvPr id="6" name="组合 5" descr="e7d195523061f1c0c30ee18c1b05f65d12b38e2533cb2ccdAE0CC34CB5CBEBFAEC353FED4DECE97C3E379FD1D933F5E4DC18EF8EA6B7A1130D5F6DE9DD2BE4B0A8C9126ACE5083D1F5A9E323B29CCFC789518C7D6A04F119B2C2BA6C2D392B770AC0CE634954F6026173EFFBC74790B12ECBF60C8A15C0A51E938118406412A746BA9EB291FC8542"/>
          <p:cNvGrpSpPr>
            <a:grpSpLocks noChangeAspect="1"/>
          </p:cNvGrpSpPr>
          <p:nvPr/>
        </p:nvGrpSpPr>
        <p:grpSpPr>
          <a:xfrm>
            <a:off x="1131489" y="5814401"/>
            <a:ext cx="363374" cy="354789"/>
            <a:chOff x="13322895" y="1866900"/>
            <a:chExt cx="586701" cy="572839"/>
          </a:xfrm>
          <a:solidFill>
            <a:srgbClr val="F1F4FC">
              <a:alpha val="33000"/>
            </a:srgbClr>
          </a:solidFill>
        </p:grpSpPr>
        <p:sp>
          <p:nvSpPr>
            <p:cNvPr id="10" name="椭圆 9"/>
            <p:cNvSpPr/>
            <p:nvPr/>
          </p:nvSpPr>
          <p:spPr>
            <a:xfrm>
              <a:off x="13561104" y="186690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3442000"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3561104" y="205785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p:cNvSpPr/>
            <p:nvPr/>
          </p:nvSpPr>
          <p:spPr>
            <a:xfrm>
              <a:off x="13680208"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3322895"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3561104" y="219640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3799314"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561104" y="233496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custDataLst>
              <p:tags r:id="rId2"/>
            </p:custDataLst>
          </p:nvPr>
        </p:nvSpPr>
        <p:spPr>
          <a:xfrm>
            <a:off x="1043305" y="2999105"/>
            <a:ext cx="4565015" cy="1198880"/>
          </a:xfrm>
          <a:prstGeom prst="rect">
            <a:avLst/>
          </a:prstGeom>
          <a:noFill/>
        </p:spPr>
        <p:txBody>
          <a:bodyPr wrap="square" rtlCol="0">
            <a:spAutoFit/>
          </a:bodyPr>
          <a:p>
            <a:pPr marL="342900" indent="-342900" algn="l">
              <a:lnSpc>
                <a:spcPct val="150000"/>
              </a:lnSpc>
              <a:buFont typeface="Wingdings" panose="05000000000000000000" pitchFamily="2" charset="2"/>
              <a:buChar char="n"/>
            </a:pPr>
            <a:r>
              <a:rPr lang="zh-CN" altLang="en-US" sz="1600" dirty="0">
                <a:solidFill>
                  <a:schemeClr val="bg1"/>
                </a:solidFill>
                <a:latin typeface="微软雅黑" panose="020B0503020204020204" pitchFamily="34" charset="-122"/>
                <a:ea typeface="微软雅黑" panose="020B0503020204020204" pitchFamily="34" charset="-122"/>
              </a:rPr>
              <a:t>建设方案</a:t>
            </a:r>
            <a:endParaRPr lang="zh-CN" altLang="en-US" sz="1600" dirty="0">
              <a:solidFill>
                <a:schemeClr val="bg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n"/>
            </a:pPr>
            <a:r>
              <a:rPr lang="zh-CN" altLang="en-US" sz="1600" dirty="0">
                <a:solidFill>
                  <a:schemeClr val="bg1"/>
                </a:solidFill>
                <a:latin typeface="微软雅黑" panose="020B0503020204020204" pitchFamily="34" charset="-122"/>
                <a:ea typeface="微软雅黑" panose="020B0503020204020204" pitchFamily="34" charset="-122"/>
              </a:rPr>
              <a:t>平台规划</a:t>
            </a:r>
            <a:endParaRPr lang="zh-CN" altLang="en-US" sz="1600" dirty="0">
              <a:solidFill>
                <a:schemeClr val="bg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n"/>
            </a:pPr>
            <a:r>
              <a:rPr lang="zh-CN" altLang="en-US" sz="1600" dirty="0">
                <a:solidFill>
                  <a:schemeClr val="bg1"/>
                </a:solidFill>
                <a:latin typeface="微软雅黑" panose="020B0503020204020204" pitchFamily="34" charset="-122"/>
                <a:ea typeface="微软雅黑" panose="020B0503020204020204" pitchFamily="34" charset="-122"/>
              </a:rPr>
              <a:t>引流入口</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53" name="文本框 52"/>
          <p:cNvSpPr txBox="1"/>
          <p:nvPr>
            <p:custDataLst>
              <p:tags r:id="rId2"/>
            </p:custDataLst>
          </p:nvPr>
        </p:nvSpPr>
        <p:spPr>
          <a:xfrm>
            <a:off x="840105" y="288925"/>
            <a:ext cx="1832610" cy="521970"/>
          </a:xfrm>
          <a:prstGeom prst="rect">
            <a:avLst/>
          </a:prstGeom>
          <a:noFill/>
        </p:spPr>
        <p:txBody>
          <a:bodyPr wrap="square" rtlCol="0">
            <a:spAutoFit/>
          </a:bodyPr>
          <a:lstStyle/>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总体设计</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custDataLst>
              <p:tags r:id="rId3"/>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custDataLst>
              <p:tags r:id="rId4"/>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3</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7" name="文本框 6"/>
          <p:cNvSpPr txBox="1"/>
          <p:nvPr>
            <p:custDataLst>
              <p:tags r:id="rId5"/>
            </p:custDataLst>
          </p:nvPr>
        </p:nvSpPr>
        <p:spPr>
          <a:xfrm>
            <a:off x="840105" y="851535"/>
            <a:ext cx="1831975" cy="398780"/>
          </a:xfrm>
          <a:prstGeom prst="rect">
            <a:avLst/>
          </a:prstGeom>
          <a:noFill/>
        </p:spPr>
        <p:txBody>
          <a:bodyPr wrap="square" rtlCol="0" anchor="t">
            <a:spAutoFit/>
          </a:bodyPr>
          <a:p>
            <a:r>
              <a:rPr lang="zh-CN" altLang="en-US" sz="2000" b="1" dirty="0">
                <a:solidFill>
                  <a:srgbClr val="3674F1"/>
                </a:solidFill>
                <a:latin typeface="微软雅黑" panose="020B0503020204020204" pitchFamily="34" charset="-122"/>
                <a:ea typeface="微软雅黑" panose="020B0503020204020204" pitchFamily="34" charset="-122"/>
              </a:rPr>
              <a:t>项目建设方案</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sp>
        <p:nvSpPr>
          <p:cNvPr id="5" name="矩形 4"/>
          <p:cNvSpPr/>
          <p:nvPr/>
        </p:nvSpPr>
        <p:spPr>
          <a:xfrm>
            <a:off x="820420" y="1587500"/>
            <a:ext cx="824865" cy="3846830"/>
          </a:xfrm>
          <a:prstGeom prst="rect">
            <a:avLst/>
          </a:prstGeom>
          <a:solidFill>
            <a:srgbClr val="1174FE"/>
          </a:solidFill>
          <a:ln w="6350" cap="flat">
            <a:noFill/>
            <a:prstDash val="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hangingPunct="0"/>
            <a:r>
              <a:rPr lang="zh-CN" altLang="en-US" sz="1600" b="1" dirty="0">
                <a:solidFill>
                  <a:schemeClr val="bg1"/>
                </a:solidFill>
                <a:latin typeface="微软雅黑" panose="020B0503020204020204" pitchFamily="34" charset="-122"/>
                <a:ea typeface="微软雅黑" panose="020B0503020204020204" pitchFamily="34" charset="-122"/>
                <a:cs typeface="+mj-cs"/>
              </a:rPr>
              <a:t>建设</a:t>
            </a:r>
            <a:br>
              <a:rPr lang="zh-CN" altLang="en-US" sz="1600" b="1" dirty="0">
                <a:solidFill>
                  <a:schemeClr val="bg1"/>
                </a:solidFill>
                <a:latin typeface="微软雅黑" panose="020B0503020204020204" pitchFamily="34" charset="-122"/>
                <a:ea typeface="微软雅黑" panose="020B0503020204020204" pitchFamily="34" charset="-122"/>
                <a:cs typeface="+mj-cs"/>
              </a:rPr>
            </a:br>
            <a:r>
              <a:rPr lang="zh-CN" altLang="en-US" sz="1600" b="1" dirty="0">
                <a:solidFill>
                  <a:schemeClr val="bg1"/>
                </a:solidFill>
                <a:latin typeface="微软雅黑" panose="020B0503020204020204" pitchFamily="34" charset="-122"/>
                <a:ea typeface="微软雅黑" panose="020B0503020204020204" pitchFamily="34" charset="-122"/>
                <a:cs typeface="+mj-cs"/>
              </a:rPr>
              <a:t>服务</a:t>
            </a:r>
            <a:endParaRPr lang="en-US" sz="1600" b="1" dirty="0">
              <a:solidFill>
                <a:schemeClr val="bg1"/>
              </a:solidFill>
              <a:latin typeface="微软雅黑" panose="020B0503020204020204" pitchFamily="34" charset="-122"/>
              <a:ea typeface="微软雅黑" panose="020B0503020204020204" pitchFamily="34" charset="-122"/>
              <a:cs typeface="+mj-cs"/>
            </a:endParaRPr>
          </a:p>
        </p:txBody>
      </p:sp>
      <p:sp>
        <p:nvSpPr>
          <p:cNvPr id="6" name="矩形 5"/>
          <p:cNvSpPr/>
          <p:nvPr/>
        </p:nvSpPr>
        <p:spPr>
          <a:xfrm>
            <a:off x="820420" y="5539740"/>
            <a:ext cx="824865" cy="789305"/>
          </a:xfrm>
          <a:prstGeom prst="rect">
            <a:avLst/>
          </a:prstGeom>
          <a:solidFill>
            <a:srgbClr val="1174FE"/>
          </a:solidFill>
          <a:ln w="6350" cap="flat">
            <a:noFill/>
            <a:prstDash val="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hangingPunct="0"/>
            <a:r>
              <a:rPr lang="zh-CN" altLang="en-US" sz="1600" b="1" dirty="0">
                <a:solidFill>
                  <a:schemeClr val="bg1"/>
                </a:solidFill>
                <a:latin typeface="微软雅黑" panose="020B0503020204020204" pitchFamily="34" charset="-122"/>
                <a:ea typeface="微软雅黑" panose="020B0503020204020204" pitchFamily="34" charset="-122"/>
                <a:cs typeface="+mj-cs"/>
              </a:rPr>
              <a:t>运维</a:t>
            </a:r>
            <a:br>
              <a:rPr lang="zh-CN" altLang="en-US" sz="1600" b="1" dirty="0">
                <a:solidFill>
                  <a:schemeClr val="bg1"/>
                </a:solidFill>
                <a:latin typeface="微软雅黑" panose="020B0503020204020204" pitchFamily="34" charset="-122"/>
                <a:ea typeface="微软雅黑" panose="020B0503020204020204" pitchFamily="34" charset="-122"/>
                <a:cs typeface="+mj-cs"/>
              </a:rPr>
            </a:br>
            <a:r>
              <a:rPr lang="zh-CN" altLang="en-US" sz="1600" b="1" dirty="0">
                <a:solidFill>
                  <a:schemeClr val="bg1"/>
                </a:solidFill>
                <a:latin typeface="微软雅黑" panose="020B0503020204020204" pitchFamily="34" charset="-122"/>
                <a:ea typeface="微软雅黑" panose="020B0503020204020204" pitchFamily="34" charset="-122"/>
                <a:cs typeface="+mj-cs"/>
              </a:rPr>
              <a:t>服务</a:t>
            </a:r>
            <a:endParaRPr lang="en-US" sz="1600" b="1" dirty="0">
              <a:solidFill>
                <a:schemeClr val="bg1"/>
              </a:solidFill>
              <a:latin typeface="微软雅黑" panose="020B0503020204020204" pitchFamily="34" charset="-122"/>
              <a:ea typeface="微软雅黑" panose="020B0503020204020204" pitchFamily="34" charset="-122"/>
              <a:cs typeface="+mj-cs"/>
            </a:endParaRPr>
          </a:p>
        </p:txBody>
      </p:sp>
      <p:sp>
        <p:nvSpPr>
          <p:cNvPr id="11" name="矩形 10"/>
          <p:cNvSpPr/>
          <p:nvPr/>
        </p:nvSpPr>
        <p:spPr>
          <a:xfrm>
            <a:off x="1724025" y="1587500"/>
            <a:ext cx="9648190" cy="3847465"/>
          </a:xfrm>
          <a:prstGeom prst="rect">
            <a:avLst/>
          </a:prstGeom>
          <a:solidFill>
            <a:srgbClr val="E1ECFA"/>
          </a:solidFill>
          <a:ln w="6350" cap="flat">
            <a:solidFill>
              <a:srgbClr val="1174FE"/>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hangingPunct="0"/>
            <a:endParaRPr lang="en-US" sz="1200" dirty="0">
              <a:solidFill>
                <a:schemeClr val="bg1"/>
              </a:solidFill>
              <a:latin typeface="微软雅黑" panose="020B0503020204020204" pitchFamily="34" charset="-122"/>
              <a:ea typeface="微软雅黑" panose="020B0503020204020204" pitchFamily="34" charset="-122"/>
              <a:cs typeface="+mj-cs"/>
            </a:endParaRPr>
          </a:p>
        </p:txBody>
      </p:sp>
      <p:sp>
        <p:nvSpPr>
          <p:cNvPr id="12" name="矩形 11"/>
          <p:cNvSpPr/>
          <p:nvPr/>
        </p:nvSpPr>
        <p:spPr>
          <a:xfrm>
            <a:off x="1802765" y="2148205"/>
            <a:ext cx="2562225" cy="41211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dirty="0">
              <a:solidFill>
                <a:srgbClr val="000000"/>
              </a:solidFill>
              <a:latin typeface="微软雅黑" panose="020B0503020204020204" pitchFamily="34" charset="-122"/>
              <a:ea typeface="微软雅黑" panose="020B0503020204020204" pitchFamily="34" charset="-122"/>
              <a:cs typeface="+mj-cs"/>
            </a:endParaRPr>
          </a:p>
        </p:txBody>
      </p:sp>
      <p:sp>
        <p:nvSpPr>
          <p:cNvPr id="13" name="矩形 12"/>
          <p:cNvSpPr/>
          <p:nvPr/>
        </p:nvSpPr>
        <p:spPr>
          <a:xfrm>
            <a:off x="1800225" y="1690370"/>
            <a:ext cx="5401945" cy="400050"/>
          </a:xfrm>
          <a:prstGeom prst="rect">
            <a:avLst/>
          </a:prstGeom>
          <a:solidFill>
            <a:srgbClr val="1174FE"/>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F8FBFE"/>
              </a:solidFill>
              <a:effectLst/>
              <a:uFillTx/>
              <a:latin typeface="微软雅黑" panose="020B0503020204020204" pitchFamily="34" charset="-122"/>
              <a:ea typeface="微软雅黑" panose="020B0503020204020204" pitchFamily="34" charset="-122"/>
              <a:cs typeface="+mj-cs"/>
            </a:endParaRPr>
          </a:p>
        </p:txBody>
      </p:sp>
      <p:sp>
        <p:nvSpPr>
          <p:cNvPr id="14" name="Object29"/>
          <p:cNvSpPr txBox="1"/>
          <p:nvPr/>
        </p:nvSpPr>
        <p:spPr>
          <a:xfrm>
            <a:off x="3936365" y="1769110"/>
            <a:ext cx="1535430" cy="255905"/>
          </a:xfrm>
          <a:prstGeom prst="rect">
            <a:avLst/>
          </a:prstGeom>
          <a:ln w="12700">
            <a:miter lim="400000"/>
          </a:ln>
        </p:spPr>
        <p:txBody>
          <a:bodyPr wrap="square" lIns="0" tIns="0" rIns="0" bIns="0">
            <a:sp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r>
              <a:rPr lang="zh-CN" altLang="en-US" b="1" dirty="0">
                <a:solidFill>
                  <a:schemeClr val="bg1"/>
                </a:solidFill>
                <a:latin typeface="微软雅黑" panose="020B0503020204020204" pitchFamily="34" charset="-122"/>
                <a:ea typeface="微软雅黑" panose="020B0503020204020204" pitchFamily="34" charset="-122"/>
                <a:cs typeface="+mn-ea"/>
              </a:rPr>
              <a:t>平台建设</a:t>
            </a:r>
            <a:endParaRPr lang="zh-CN" altLang="en-US" b="1" dirty="0">
              <a:solidFill>
                <a:schemeClr val="bg1"/>
              </a:solidFill>
              <a:latin typeface="微软雅黑" panose="020B0503020204020204" pitchFamily="34" charset="-122"/>
              <a:ea typeface="微软雅黑" panose="020B0503020204020204" pitchFamily="34" charset="-122"/>
              <a:cs typeface="+mn-ea"/>
            </a:endParaRPr>
          </a:p>
        </p:txBody>
      </p:sp>
      <p:sp>
        <p:nvSpPr>
          <p:cNvPr id="21" name="文本框 20"/>
          <p:cNvSpPr txBox="1"/>
          <p:nvPr/>
        </p:nvSpPr>
        <p:spPr>
          <a:xfrm>
            <a:off x="2654935" y="2232025"/>
            <a:ext cx="1018540" cy="245110"/>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l"/>
            <a:r>
              <a:rPr lang="zh-CN" sz="1000" dirty="0">
                <a:solidFill>
                  <a:srgbClr val="220557"/>
                </a:solidFill>
              </a:rPr>
              <a:t>上级监管部门</a:t>
            </a:r>
            <a:endParaRPr lang="zh-CN" sz="1000" dirty="0">
              <a:solidFill>
                <a:srgbClr val="220557"/>
              </a:solidFill>
            </a:endParaRPr>
          </a:p>
        </p:txBody>
      </p:sp>
      <p:sp>
        <p:nvSpPr>
          <p:cNvPr id="20" name="任意多边形 59"/>
          <p:cNvSpPr>
            <a:spLocks noChangeAspect="1"/>
          </p:cNvSpPr>
          <p:nvPr/>
        </p:nvSpPr>
        <p:spPr>
          <a:xfrm>
            <a:off x="2550795" y="2274570"/>
            <a:ext cx="149225" cy="159385"/>
          </a:xfrm>
          <a:custGeom>
            <a:avLst/>
            <a:gdLst>
              <a:gd name="connsiteX0" fmla="*/ 135791 w 272724"/>
              <a:gd name="connsiteY0" fmla="*/ 153023 h 290527"/>
              <a:gd name="connsiteX1" fmla="*/ 204213 w 272724"/>
              <a:gd name="connsiteY1" fmla="*/ 171101 h 290527"/>
              <a:gd name="connsiteX2" fmla="*/ 272724 w 272724"/>
              <a:gd name="connsiteY2" fmla="*/ 289384 h 290527"/>
              <a:gd name="connsiteX3" fmla="*/ 136361 w 272724"/>
              <a:gd name="connsiteY3" fmla="*/ 289384 h 290527"/>
              <a:gd name="connsiteX4" fmla="*/ 4 w 272724"/>
              <a:gd name="connsiteY4" fmla="*/ 290527 h 290527"/>
              <a:gd name="connsiteX5" fmla="*/ 67522 w 272724"/>
              <a:gd name="connsiteY5" fmla="*/ 171674 h 290527"/>
              <a:gd name="connsiteX6" fmla="*/ 135791 w 272724"/>
              <a:gd name="connsiteY6" fmla="*/ 153023 h 290527"/>
              <a:gd name="connsiteX7" fmla="*/ 136361 w 272724"/>
              <a:gd name="connsiteY7" fmla="*/ 0 h 290527"/>
              <a:gd name="connsiteX8" fmla="*/ 210263 w 272724"/>
              <a:gd name="connsiteY8" fmla="*/ 73902 h 290527"/>
              <a:gd name="connsiteX9" fmla="*/ 136361 w 272724"/>
              <a:gd name="connsiteY9" fmla="*/ 147804 h 290527"/>
              <a:gd name="connsiteX10" fmla="*/ 62459 w 272724"/>
              <a:gd name="connsiteY10" fmla="*/ 73902 h 290527"/>
              <a:gd name="connsiteX11" fmla="*/ 136361 w 272724"/>
              <a:gd name="connsiteY11" fmla="*/ 0 h 29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2724" h="290527">
                <a:moveTo>
                  <a:pt x="135791" y="153023"/>
                </a:moveTo>
                <a:cubicBezTo>
                  <a:pt x="159395" y="152925"/>
                  <a:pt x="183025" y="158947"/>
                  <a:pt x="204213" y="171101"/>
                </a:cubicBezTo>
                <a:cubicBezTo>
                  <a:pt x="246589" y="195410"/>
                  <a:pt x="272724" y="240530"/>
                  <a:pt x="272724" y="289384"/>
                </a:cubicBezTo>
                <a:lnTo>
                  <a:pt x="136361" y="289384"/>
                </a:lnTo>
                <a:lnTo>
                  <a:pt x="4" y="290527"/>
                </a:lnTo>
                <a:cubicBezTo>
                  <a:pt x="-405" y="241675"/>
                  <a:pt x="25350" y="196337"/>
                  <a:pt x="67522" y="171674"/>
                </a:cubicBezTo>
                <a:cubicBezTo>
                  <a:pt x="88608" y="159343"/>
                  <a:pt x="112186" y="153122"/>
                  <a:pt x="135791" y="153023"/>
                </a:cubicBezTo>
                <a:close/>
                <a:moveTo>
                  <a:pt x="136361" y="0"/>
                </a:moveTo>
                <a:cubicBezTo>
                  <a:pt x="177176" y="0"/>
                  <a:pt x="210263" y="33087"/>
                  <a:pt x="210263" y="73902"/>
                </a:cubicBezTo>
                <a:cubicBezTo>
                  <a:pt x="210263" y="114717"/>
                  <a:pt x="177176" y="147804"/>
                  <a:pt x="136361" y="147804"/>
                </a:cubicBezTo>
                <a:cubicBezTo>
                  <a:pt x="95546" y="147804"/>
                  <a:pt x="62459" y="114717"/>
                  <a:pt x="62459" y="73902"/>
                </a:cubicBezTo>
                <a:cubicBezTo>
                  <a:pt x="62459" y="33087"/>
                  <a:pt x="95546" y="0"/>
                  <a:pt x="136361"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29" name="矩形 28"/>
          <p:cNvSpPr/>
          <p:nvPr/>
        </p:nvSpPr>
        <p:spPr>
          <a:xfrm>
            <a:off x="7255510" y="1678305"/>
            <a:ext cx="4013835" cy="412115"/>
          </a:xfrm>
          <a:prstGeom prst="rect">
            <a:avLst/>
          </a:prstGeom>
          <a:solidFill>
            <a:srgbClr val="1174FE"/>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hangingPunct="0"/>
            <a:r>
              <a:rPr lang="zh-CN" altLang="en-US" b="1" dirty="0">
                <a:solidFill>
                  <a:srgbClr val="F8FBFE"/>
                </a:solidFill>
                <a:latin typeface="微软雅黑" panose="020B0503020204020204" pitchFamily="34" charset="-122"/>
                <a:ea typeface="微软雅黑" panose="020B0503020204020204" pitchFamily="34" charset="-122"/>
                <a:cs typeface="+mn-ea"/>
              </a:rPr>
              <a:t>内容建设</a:t>
            </a:r>
            <a:endParaRPr lang="zh-CN" altLang="en-US" b="1" dirty="0">
              <a:solidFill>
                <a:srgbClr val="F8FBFE"/>
              </a:solidFill>
              <a:latin typeface="微软雅黑" panose="020B0503020204020204" pitchFamily="34" charset="-122"/>
              <a:ea typeface="微软雅黑" panose="020B0503020204020204" pitchFamily="34" charset="-122"/>
              <a:cs typeface="+mn-ea"/>
            </a:endParaRPr>
          </a:p>
        </p:txBody>
      </p:sp>
      <p:sp>
        <p:nvSpPr>
          <p:cNvPr id="30" name="矩形 29"/>
          <p:cNvSpPr/>
          <p:nvPr/>
        </p:nvSpPr>
        <p:spPr>
          <a:xfrm>
            <a:off x="4427220" y="2148205"/>
            <a:ext cx="6842760" cy="41211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dirty="0">
              <a:solidFill>
                <a:srgbClr val="000000"/>
              </a:solidFill>
              <a:latin typeface="微软雅黑" panose="020B0503020204020204" pitchFamily="34" charset="-122"/>
              <a:ea typeface="微软雅黑" panose="020B0503020204020204" pitchFamily="34" charset="-122"/>
              <a:cs typeface="+mj-cs"/>
            </a:endParaRPr>
          </a:p>
        </p:txBody>
      </p:sp>
      <p:grpSp>
        <p:nvGrpSpPr>
          <p:cNvPr id="90" name="组合 89"/>
          <p:cNvGrpSpPr/>
          <p:nvPr/>
        </p:nvGrpSpPr>
        <p:grpSpPr>
          <a:xfrm rot="0">
            <a:off x="7387590" y="2232025"/>
            <a:ext cx="1118870" cy="245110"/>
            <a:chOff x="10606" y="3515"/>
            <a:chExt cx="1762" cy="386"/>
          </a:xfrm>
        </p:grpSpPr>
        <p:sp>
          <p:nvSpPr>
            <p:cNvPr id="31" name="文本框 30"/>
            <p:cNvSpPr txBox="1"/>
            <p:nvPr/>
          </p:nvSpPr>
          <p:spPr>
            <a:xfrm>
              <a:off x="10606" y="3515"/>
              <a:ext cx="1762"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t>灾害信息员</a:t>
              </a:r>
              <a:endParaRPr lang="zh-CN" altLang="en-US" sz="1000" dirty="0">
                <a:solidFill>
                  <a:srgbClr val="220557"/>
                </a:solidFill>
              </a:endParaRPr>
            </a:p>
          </p:txBody>
        </p:sp>
        <p:sp>
          <p:nvSpPr>
            <p:cNvPr id="32" name="任意多边形 59"/>
            <p:cNvSpPr>
              <a:spLocks noChangeAspect="1"/>
            </p:cNvSpPr>
            <p:nvPr/>
          </p:nvSpPr>
          <p:spPr>
            <a:xfrm>
              <a:off x="10606" y="3582"/>
              <a:ext cx="235" cy="251"/>
            </a:xfrm>
            <a:custGeom>
              <a:avLst/>
              <a:gdLst>
                <a:gd name="connsiteX0" fmla="*/ 135791 w 272724"/>
                <a:gd name="connsiteY0" fmla="*/ 153023 h 290527"/>
                <a:gd name="connsiteX1" fmla="*/ 204213 w 272724"/>
                <a:gd name="connsiteY1" fmla="*/ 171101 h 290527"/>
                <a:gd name="connsiteX2" fmla="*/ 272724 w 272724"/>
                <a:gd name="connsiteY2" fmla="*/ 289384 h 290527"/>
                <a:gd name="connsiteX3" fmla="*/ 136361 w 272724"/>
                <a:gd name="connsiteY3" fmla="*/ 289384 h 290527"/>
                <a:gd name="connsiteX4" fmla="*/ 4 w 272724"/>
                <a:gd name="connsiteY4" fmla="*/ 290527 h 290527"/>
                <a:gd name="connsiteX5" fmla="*/ 67522 w 272724"/>
                <a:gd name="connsiteY5" fmla="*/ 171674 h 290527"/>
                <a:gd name="connsiteX6" fmla="*/ 135791 w 272724"/>
                <a:gd name="connsiteY6" fmla="*/ 153023 h 290527"/>
                <a:gd name="connsiteX7" fmla="*/ 136361 w 272724"/>
                <a:gd name="connsiteY7" fmla="*/ 0 h 290527"/>
                <a:gd name="connsiteX8" fmla="*/ 210263 w 272724"/>
                <a:gd name="connsiteY8" fmla="*/ 73902 h 290527"/>
                <a:gd name="connsiteX9" fmla="*/ 136361 w 272724"/>
                <a:gd name="connsiteY9" fmla="*/ 147804 h 290527"/>
                <a:gd name="connsiteX10" fmla="*/ 62459 w 272724"/>
                <a:gd name="connsiteY10" fmla="*/ 73902 h 290527"/>
                <a:gd name="connsiteX11" fmla="*/ 136361 w 272724"/>
                <a:gd name="connsiteY11" fmla="*/ 0 h 29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2724" h="290527">
                  <a:moveTo>
                    <a:pt x="135791" y="153023"/>
                  </a:moveTo>
                  <a:cubicBezTo>
                    <a:pt x="159395" y="152925"/>
                    <a:pt x="183025" y="158947"/>
                    <a:pt x="204213" y="171101"/>
                  </a:cubicBezTo>
                  <a:cubicBezTo>
                    <a:pt x="246589" y="195410"/>
                    <a:pt x="272724" y="240530"/>
                    <a:pt x="272724" y="289384"/>
                  </a:cubicBezTo>
                  <a:lnTo>
                    <a:pt x="136361" y="289384"/>
                  </a:lnTo>
                  <a:lnTo>
                    <a:pt x="4" y="290527"/>
                  </a:lnTo>
                  <a:cubicBezTo>
                    <a:pt x="-405" y="241675"/>
                    <a:pt x="25350" y="196337"/>
                    <a:pt x="67522" y="171674"/>
                  </a:cubicBezTo>
                  <a:cubicBezTo>
                    <a:pt x="88608" y="159343"/>
                    <a:pt x="112186" y="153122"/>
                    <a:pt x="135791" y="153023"/>
                  </a:cubicBezTo>
                  <a:close/>
                  <a:moveTo>
                    <a:pt x="136361" y="0"/>
                  </a:moveTo>
                  <a:cubicBezTo>
                    <a:pt x="177176" y="0"/>
                    <a:pt x="210263" y="33087"/>
                    <a:pt x="210263" y="73902"/>
                  </a:cubicBezTo>
                  <a:cubicBezTo>
                    <a:pt x="210263" y="114717"/>
                    <a:pt x="177176" y="147804"/>
                    <a:pt x="136361" y="147804"/>
                  </a:cubicBezTo>
                  <a:cubicBezTo>
                    <a:pt x="95546" y="147804"/>
                    <a:pt x="62459" y="114717"/>
                    <a:pt x="62459" y="73902"/>
                  </a:cubicBezTo>
                  <a:cubicBezTo>
                    <a:pt x="62459" y="33087"/>
                    <a:pt x="95546" y="0"/>
                    <a:pt x="136361"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latin typeface="微软雅黑" panose="020B0503020204020204" pitchFamily="34" charset="-122"/>
                <a:ea typeface="微软雅黑" panose="020B0503020204020204" pitchFamily="34" charset="-122"/>
              </a:endParaRPr>
            </a:p>
          </p:txBody>
        </p:sp>
      </p:grpSp>
      <p:sp>
        <p:nvSpPr>
          <p:cNvPr id="67" name="矩形 66"/>
          <p:cNvSpPr/>
          <p:nvPr/>
        </p:nvSpPr>
        <p:spPr>
          <a:xfrm>
            <a:off x="1724025" y="5539105"/>
            <a:ext cx="9648190" cy="802005"/>
          </a:xfrm>
          <a:prstGeom prst="rect">
            <a:avLst/>
          </a:prstGeom>
          <a:solidFill>
            <a:srgbClr val="E1ECFA"/>
          </a:solidFill>
          <a:ln w="6350" cap="flat">
            <a:solidFill>
              <a:srgbClr val="2065FC"/>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hangingPunct="0"/>
            <a:endParaRPr lang="en-US" sz="1200" dirty="0">
              <a:solidFill>
                <a:schemeClr val="bg1"/>
              </a:solidFill>
              <a:latin typeface="微软雅黑" panose="020B0503020204020204" pitchFamily="34" charset="-122"/>
              <a:ea typeface="微软雅黑" panose="020B0503020204020204" pitchFamily="34" charset="-122"/>
              <a:cs typeface="+mj-cs"/>
            </a:endParaRPr>
          </a:p>
        </p:txBody>
      </p:sp>
      <p:sp>
        <p:nvSpPr>
          <p:cNvPr id="70" name="矩形 69"/>
          <p:cNvSpPr/>
          <p:nvPr/>
        </p:nvSpPr>
        <p:spPr>
          <a:xfrm>
            <a:off x="1802765" y="5624195"/>
            <a:ext cx="9467850" cy="65722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pitchFamily="34" charset="-122"/>
              <a:ea typeface="微软雅黑" panose="020B0503020204020204" pitchFamily="34" charset="-122"/>
              <a:cs typeface="+mj-cs"/>
            </a:endParaRPr>
          </a:p>
        </p:txBody>
      </p:sp>
      <p:grpSp>
        <p:nvGrpSpPr>
          <p:cNvPr id="61" name="组合 60"/>
          <p:cNvGrpSpPr/>
          <p:nvPr/>
        </p:nvGrpSpPr>
        <p:grpSpPr>
          <a:xfrm rot="0">
            <a:off x="2291715" y="5830570"/>
            <a:ext cx="1672590" cy="245110"/>
            <a:chOff x="4596" y="9182"/>
            <a:chExt cx="2634" cy="386"/>
          </a:xfrm>
        </p:grpSpPr>
        <p:sp>
          <p:nvSpPr>
            <p:cNvPr id="72" name="文本框 71"/>
            <p:cNvSpPr txBox="1"/>
            <p:nvPr/>
          </p:nvSpPr>
          <p:spPr>
            <a:xfrm>
              <a:off x="4834" y="9182"/>
              <a:ext cx="2397"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solidFill>
                    <a:srgbClr val="220557"/>
                  </a:solidFill>
                </a:rPr>
                <a:t>系统支撑环境建设运维</a:t>
              </a:r>
              <a:endParaRPr lang="zh-CN" altLang="en-US" sz="1000" dirty="0">
                <a:solidFill>
                  <a:srgbClr val="220557"/>
                </a:solidFill>
              </a:endParaRPr>
            </a:p>
          </p:txBody>
        </p:sp>
        <p:sp>
          <p:nvSpPr>
            <p:cNvPr id="79" name="任意多边形 65"/>
            <p:cNvSpPr>
              <a:spLocks noChangeAspect="1"/>
            </p:cNvSpPr>
            <p:nvPr/>
          </p:nvSpPr>
          <p:spPr>
            <a:xfrm>
              <a:off x="4596" y="9202"/>
              <a:ext cx="345" cy="346"/>
            </a:xfrm>
            <a:custGeom>
              <a:avLst/>
              <a:gdLst>
                <a:gd name="connsiteX0" fmla="*/ 3817270 w 6400799"/>
                <a:gd name="connsiteY0" fmla="*/ 3323047 h 6400800"/>
                <a:gd name="connsiteX1" fmla="*/ 5066529 w 6400799"/>
                <a:gd name="connsiteY1" fmla="*/ 4572306 h 6400800"/>
                <a:gd name="connsiteX2" fmla="*/ 5272152 w 6400799"/>
                <a:gd name="connsiteY2" fmla="*/ 4366683 h 6400800"/>
                <a:gd name="connsiteX3" fmla="*/ 5272152 w 6400799"/>
                <a:gd name="connsiteY3" fmla="*/ 5189175 h 6400800"/>
                <a:gd name="connsiteX4" fmla="*/ 4449659 w 6400799"/>
                <a:gd name="connsiteY4" fmla="*/ 5189176 h 6400800"/>
                <a:gd name="connsiteX5" fmla="*/ 4655282 w 6400799"/>
                <a:gd name="connsiteY5" fmla="*/ 4983553 h 6400800"/>
                <a:gd name="connsiteX6" fmla="*/ 3406023 w 6400799"/>
                <a:gd name="connsiteY6" fmla="*/ 3734293 h 6400800"/>
                <a:gd name="connsiteX7" fmla="*/ 2583528 w 6400799"/>
                <a:gd name="connsiteY7" fmla="*/ 3323047 h 6400800"/>
                <a:gd name="connsiteX8" fmla="*/ 2994775 w 6400799"/>
                <a:gd name="connsiteY8" fmla="*/ 3734293 h 6400800"/>
                <a:gd name="connsiteX9" fmla="*/ 1745516 w 6400799"/>
                <a:gd name="connsiteY9" fmla="*/ 4983553 h 6400800"/>
                <a:gd name="connsiteX10" fmla="*/ 1951139 w 6400799"/>
                <a:gd name="connsiteY10" fmla="*/ 5189176 h 6400800"/>
                <a:gd name="connsiteX11" fmla="*/ 1128646 w 6400799"/>
                <a:gd name="connsiteY11" fmla="*/ 5189175 h 6400800"/>
                <a:gd name="connsiteX12" fmla="*/ 1128646 w 6400799"/>
                <a:gd name="connsiteY12" fmla="*/ 4366683 h 6400800"/>
                <a:gd name="connsiteX13" fmla="*/ 1334269 w 6400799"/>
                <a:gd name="connsiteY13" fmla="*/ 4572306 h 6400800"/>
                <a:gd name="connsiteX14" fmla="*/ 4449660 w 6400799"/>
                <a:gd name="connsiteY14" fmla="*/ 1211625 h 6400800"/>
                <a:gd name="connsiteX15" fmla="*/ 5272153 w 6400799"/>
                <a:gd name="connsiteY15" fmla="*/ 1211626 h 6400800"/>
                <a:gd name="connsiteX16" fmla="*/ 5272153 w 6400799"/>
                <a:gd name="connsiteY16" fmla="*/ 2034118 h 6400800"/>
                <a:gd name="connsiteX17" fmla="*/ 5066530 w 6400799"/>
                <a:gd name="connsiteY17" fmla="*/ 1828495 h 6400800"/>
                <a:gd name="connsiteX18" fmla="*/ 3817271 w 6400799"/>
                <a:gd name="connsiteY18" fmla="*/ 3077754 h 6400800"/>
                <a:gd name="connsiteX19" fmla="*/ 3406024 w 6400799"/>
                <a:gd name="connsiteY19" fmla="*/ 2666508 h 6400800"/>
                <a:gd name="connsiteX20" fmla="*/ 4655283 w 6400799"/>
                <a:gd name="connsiteY20" fmla="*/ 1417248 h 6400800"/>
                <a:gd name="connsiteX21" fmla="*/ 1951140 w 6400799"/>
                <a:gd name="connsiteY21" fmla="*/ 1211625 h 6400800"/>
                <a:gd name="connsiteX22" fmla="*/ 1745517 w 6400799"/>
                <a:gd name="connsiteY22" fmla="*/ 1417248 h 6400800"/>
                <a:gd name="connsiteX23" fmla="*/ 2994776 w 6400799"/>
                <a:gd name="connsiteY23" fmla="*/ 2666507 h 6400800"/>
                <a:gd name="connsiteX24" fmla="*/ 2583529 w 6400799"/>
                <a:gd name="connsiteY24" fmla="*/ 3077754 h 6400800"/>
                <a:gd name="connsiteX25" fmla="*/ 1334270 w 6400799"/>
                <a:gd name="connsiteY25" fmla="*/ 1828495 h 6400800"/>
                <a:gd name="connsiteX26" fmla="*/ 1128647 w 6400799"/>
                <a:gd name="connsiteY26" fmla="*/ 2034118 h 6400800"/>
                <a:gd name="connsiteX27" fmla="*/ 1128647 w 6400799"/>
                <a:gd name="connsiteY27" fmla="*/ 1211626 h 6400800"/>
                <a:gd name="connsiteX28" fmla="*/ 1079141 w 6400799"/>
                <a:gd name="connsiteY28" fmla="*/ 428327 h 6400800"/>
                <a:gd name="connsiteX29" fmla="*/ 426570 w 6400799"/>
                <a:gd name="connsiteY29" fmla="*/ 1080899 h 6400800"/>
                <a:gd name="connsiteX30" fmla="*/ 426570 w 6400799"/>
                <a:gd name="connsiteY30" fmla="*/ 5323416 h 6400800"/>
                <a:gd name="connsiteX31" fmla="*/ 1079141 w 6400799"/>
                <a:gd name="connsiteY31" fmla="*/ 5975988 h 6400800"/>
                <a:gd name="connsiteX32" fmla="*/ 5321659 w 6400799"/>
                <a:gd name="connsiteY32" fmla="*/ 5975988 h 6400800"/>
                <a:gd name="connsiteX33" fmla="*/ 5974230 w 6400799"/>
                <a:gd name="connsiteY33" fmla="*/ 5323416 h 6400800"/>
                <a:gd name="connsiteX34" fmla="*/ 5974230 w 6400799"/>
                <a:gd name="connsiteY34" fmla="*/ 1080899 h 6400800"/>
                <a:gd name="connsiteX35" fmla="*/ 5321659 w 6400799"/>
                <a:gd name="connsiteY35" fmla="*/ 428327 h 6400800"/>
                <a:gd name="connsiteX36" fmla="*/ 752926 w 6400799"/>
                <a:gd name="connsiteY36" fmla="*/ 0 h 6400800"/>
                <a:gd name="connsiteX37" fmla="*/ 5647873 w 6400799"/>
                <a:gd name="connsiteY37" fmla="*/ 0 h 6400800"/>
                <a:gd name="connsiteX38" fmla="*/ 6400799 w 6400799"/>
                <a:gd name="connsiteY38" fmla="*/ 752926 h 6400800"/>
                <a:gd name="connsiteX39" fmla="*/ 6400799 w 6400799"/>
                <a:gd name="connsiteY39" fmla="*/ 5647874 h 6400800"/>
                <a:gd name="connsiteX40" fmla="*/ 5647873 w 6400799"/>
                <a:gd name="connsiteY40" fmla="*/ 6400800 h 6400800"/>
                <a:gd name="connsiteX41" fmla="*/ 752926 w 6400799"/>
                <a:gd name="connsiteY41" fmla="*/ 6400800 h 6400800"/>
                <a:gd name="connsiteX42" fmla="*/ 0 w 6400799"/>
                <a:gd name="connsiteY42" fmla="*/ 5647874 h 6400800"/>
                <a:gd name="connsiteX43" fmla="*/ 0 w 6400799"/>
                <a:gd name="connsiteY43" fmla="*/ 752926 h 6400800"/>
                <a:gd name="connsiteX44" fmla="*/ 752926 w 6400799"/>
                <a:gd name="connsiteY44" fmla="*/ 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400799" h="6400800">
                  <a:moveTo>
                    <a:pt x="3817270" y="3323047"/>
                  </a:moveTo>
                  <a:lnTo>
                    <a:pt x="5066529" y="4572306"/>
                  </a:lnTo>
                  <a:lnTo>
                    <a:pt x="5272152" y="4366683"/>
                  </a:lnTo>
                  <a:lnTo>
                    <a:pt x="5272152" y="5189175"/>
                  </a:lnTo>
                  <a:lnTo>
                    <a:pt x="4449659" y="5189176"/>
                  </a:lnTo>
                  <a:lnTo>
                    <a:pt x="4655282" y="4983553"/>
                  </a:lnTo>
                  <a:lnTo>
                    <a:pt x="3406023" y="3734293"/>
                  </a:lnTo>
                  <a:close/>
                  <a:moveTo>
                    <a:pt x="2583528" y="3323047"/>
                  </a:moveTo>
                  <a:lnTo>
                    <a:pt x="2994775" y="3734293"/>
                  </a:lnTo>
                  <a:lnTo>
                    <a:pt x="1745516" y="4983553"/>
                  </a:lnTo>
                  <a:lnTo>
                    <a:pt x="1951139" y="5189176"/>
                  </a:lnTo>
                  <a:lnTo>
                    <a:pt x="1128646" y="5189175"/>
                  </a:lnTo>
                  <a:lnTo>
                    <a:pt x="1128646" y="4366683"/>
                  </a:lnTo>
                  <a:lnTo>
                    <a:pt x="1334269" y="4572306"/>
                  </a:lnTo>
                  <a:close/>
                  <a:moveTo>
                    <a:pt x="4449660" y="1211625"/>
                  </a:moveTo>
                  <a:lnTo>
                    <a:pt x="5272153" y="1211626"/>
                  </a:lnTo>
                  <a:lnTo>
                    <a:pt x="5272153" y="2034118"/>
                  </a:lnTo>
                  <a:lnTo>
                    <a:pt x="5066530" y="1828495"/>
                  </a:lnTo>
                  <a:lnTo>
                    <a:pt x="3817271" y="3077754"/>
                  </a:lnTo>
                  <a:lnTo>
                    <a:pt x="3406024" y="2666508"/>
                  </a:lnTo>
                  <a:lnTo>
                    <a:pt x="4655283" y="1417248"/>
                  </a:lnTo>
                  <a:close/>
                  <a:moveTo>
                    <a:pt x="1951140" y="1211625"/>
                  </a:moveTo>
                  <a:lnTo>
                    <a:pt x="1745517" y="1417248"/>
                  </a:lnTo>
                  <a:lnTo>
                    <a:pt x="2994776" y="2666507"/>
                  </a:lnTo>
                  <a:lnTo>
                    <a:pt x="2583529" y="3077754"/>
                  </a:lnTo>
                  <a:lnTo>
                    <a:pt x="1334270" y="1828495"/>
                  </a:lnTo>
                  <a:lnTo>
                    <a:pt x="1128647" y="2034118"/>
                  </a:lnTo>
                  <a:lnTo>
                    <a:pt x="1128647" y="1211626"/>
                  </a:lnTo>
                  <a:close/>
                  <a:moveTo>
                    <a:pt x="1079141" y="428327"/>
                  </a:moveTo>
                  <a:cubicBezTo>
                    <a:pt x="718736" y="428327"/>
                    <a:pt x="426570" y="720493"/>
                    <a:pt x="426570" y="1080899"/>
                  </a:cubicBezTo>
                  <a:lnTo>
                    <a:pt x="426570" y="5323416"/>
                  </a:lnTo>
                  <a:cubicBezTo>
                    <a:pt x="426570" y="5683822"/>
                    <a:pt x="718736" y="5975988"/>
                    <a:pt x="1079141" y="5975988"/>
                  </a:cubicBezTo>
                  <a:lnTo>
                    <a:pt x="5321659" y="5975988"/>
                  </a:lnTo>
                  <a:cubicBezTo>
                    <a:pt x="5682065" y="5975988"/>
                    <a:pt x="5974230" y="5683822"/>
                    <a:pt x="5974230" y="5323416"/>
                  </a:cubicBezTo>
                  <a:lnTo>
                    <a:pt x="5974230" y="1080899"/>
                  </a:lnTo>
                  <a:cubicBezTo>
                    <a:pt x="5974230" y="720493"/>
                    <a:pt x="5682065" y="428327"/>
                    <a:pt x="5321659" y="428327"/>
                  </a:cubicBezTo>
                  <a:close/>
                  <a:moveTo>
                    <a:pt x="752926" y="0"/>
                  </a:moveTo>
                  <a:lnTo>
                    <a:pt x="5647873" y="0"/>
                  </a:lnTo>
                  <a:cubicBezTo>
                    <a:pt x="6063703" y="0"/>
                    <a:pt x="6400799" y="337096"/>
                    <a:pt x="6400799" y="752926"/>
                  </a:cubicBezTo>
                  <a:lnTo>
                    <a:pt x="6400799" y="5647874"/>
                  </a:lnTo>
                  <a:cubicBezTo>
                    <a:pt x="6400799" y="6063704"/>
                    <a:pt x="6063703" y="6400800"/>
                    <a:pt x="5647873" y="6400800"/>
                  </a:cubicBezTo>
                  <a:lnTo>
                    <a:pt x="752926" y="6400800"/>
                  </a:lnTo>
                  <a:cubicBezTo>
                    <a:pt x="337096" y="6400800"/>
                    <a:pt x="0" y="6063704"/>
                    <a:pt x="0" y="5647874"/>
                  </a:cubicBezTo>
                  <a:lnTo>
                    <a:pt x="0" y="752926"/>
                  </a:lnTo>
                  <a:cubicBezTo>
                    <a:pt x="0" y="337096"/>
                    <a:pt x="337096" y="0"/>
                    <a:pt x="752926"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grpSp>
        <p:nvGrpSpPr>
          <p:cNvPr id="62" name="组合 61"/>
          <p:cNvGrpSpPr/>
          <p:nvPr/>
        </p:nvGrpSpPr>
        <p:grpSpPr>
          <a:xfrm rot="0">
            <a:off x="4411345" y="5808980"/>
            <a:ext cx="1811655" cy="288290"/>
            <a:chOff x="7649" y="9148"/>
            <a:chExt cx="2853" cy="454"/>
          </a:xfrm>
        </p:grpSpPr>
        <p:sp>
          <p:nvSpPr>
            <p:cNvPr id="73" name="文本框 72"/>
            <p:cNvSpPr txBox="1"/>
            <p:nvPr/>
          </p:nvSpPr>
          <p:spPr>
            <a:xfrm>
              <a:off x="7770" y="9181"/>
              <a:ext cx="2732" cy="388"/>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t>系统培训与技术支持</a:t>
              </a:r>
              <a:endParaRPr lang="zh-CN" altLang="en-US" sz="1000" dirty="0">
                <a:solidFill>
                  <a:srgbClr val="220557"/>
                </a:solidFill>
              </a:endParaRPr>
            </a:p>
          </p:txBody>
        </p:sp>
        <p:pic>
          <p:nvPicPr>
            <p:cNvPr id="95" name="图形 94" descr="笔记本电脑"/>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49" y="9148"/>
              <a:ext cx="454" cy="454"/>
            </a:xfrm>
            <a:prstGeom prst="rect">
              <a:avLst/>
            </a:prstGeom>
          </p:spPr>
        </p:pic>
      </p:grpSp>
      <p:sp>
        <p:nvSpPr>
          <p:cNvPr id="17" name="矩形 16"/>
          <p:cNvSpPr/>
          <p:nvPr/>
        </p:nvSpPr>
        <p:spPr>
          <a:xfrm>
            <a:off x="1799590" y="4408805"/>
            <a:ext cx="2566035" cy="93281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pitchFamily="34" charset="-122"/>
              <a:ea typeface="微软雅黑" panose="020B0503020204020204" pitchFamily="34" charset="-122"/>
              <a:cs typeface="+mj-cs"/>
            </a:endParaRPr>
          </a:p>
        </p:txBody>
      </p:sp>
      <p:sp>
        <p:nvSpPr>
          <p:cNvPr id="37" name="矩形 36"/>
          <p:cNvSpPr/>
          <p:nvPr/>
        </p:nvSpPr>
        <p:spPr>
          <a:xfrm>
            <a:off x="7261860" y="4408805"/>
            <a:ext cx="2360930" cy="93281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pitchFamily="34" charset="-122"/>
              <a:ea typeface="微软雅黑" panose="020B0503020204020204" pitchFamily="34" charset="-122"/>
              <a:cs typeface="+mj-cs"/>
            </a:endParaRPr>
          </a:p>
        </p:txBody>
      </p:sp>
      <p:grpSp>
        <p:nvGrpSpPr>
          <p:cNvPr id="48" name="组合 47"/>
          <p:cNvGrpSpPr/>
          <p:nvPr/>
        </p:nvGrpSpPr>
        <p:grpSpPr>
          <a:xfrm rot="0">
            <a:off x="1945005" y="4940300"/>
            <a:ext cx="1183005" cy="245110"/>
            <a:chOff x="4491" y="7087"/>
            <a:chExt cx="1863" cy="386"/>
          </a:xfrm>
        </p:grpSpPr>
        <p:sp>
          <p:nvSpPr>
            <p:cNvPr id="38" name="任意多边形 89"/>
            <p:cNvSpPr>
              <a:spLocks noChangeAspect="1"/>
            </p:cNvSpPr>
            <p:nvPr/>
          </p:nvSpPr>
          <p:spPr>
            <a:xfrm>
              <a:off x="4491" y="7163"/>
              <a:ext cx="283" cy="237"/>
            </a:xfrm>
            <a:custGeom>
              <a:avLst/>
              <a:gdLst>
                <a:gd name="connsiteX0" fmla="*/ 4925854 w 5883121"/>
                <a:gd name="connsiteY0" fmla="*/ 0 h 4927778"/>
                <a:gd name="connsiteX1" fmla="*/ 5883121 w 5883121"/>
                <a:gd name="connsiteY1" fmla="*/ 957267 h 4927778"/>
                <a:gd name="connsiteX2" fmla="*/ 2873789 w 5883121"/>
                <a:gd name="connsiteY2" fmla="*/ 3966599 h 4927778"/>
                <a:gd name="connsiteX3" fmla="*/ 2877701 w 5883121"/>
                <a:gd name="connsiteY3" fmla="*/ 3970511 h 4927778"/>
                <a:gd name="connsiteX4" fmla="*/ 1920434 w 5883121"/>
                <a:gd name="connsiteY4" fmla="*/ 4927778 h 4927778"/>
                <a:gd name="connsiteX5" fmla="*/ 1916522 w 5883121"/>
                <a:gd name="connsiteY5" fmla="*/ 4923866 h 4927778"/>
                <a:gd name="connsiteX6" fmla="*/ 1912610 w 5883121"/>
                <a:gd name="connsiteY6" fmla="*/ 4927778 h 4927778"/>
                <a:gd name="connsiteX7" fmla="*/ 955343 w 5883121"/>
                <a:gd name="connsiteY7" fmla="*/ 3970511 h 4927778"/>
                <a:gd name="connsiteX8" fmla="*/ 959255 w 5883121"/>
                <a:gd name="connsiteY8" fmla="*/ 3966599 h 4927778"/>
                <a:gd name="connsiteX9" fmla="*/ 0 w 5883121"/>
                <a:gd name="connsiteY9" fmla="*/ 3007343 h 4927778"/>
                <a:gd name="connsiteX10" fmla="*/ 957267 w 5883121"/>
                <a:gd name="connsiteY10" fmla="*/ 2050076 h 4927778"/>
                <a:gd name="connsiteX11" fmla="*/ 1916522 w 5883121"/>
                <a:gd name="connsiteY11" fmla="*/ 3009331 h 49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83121" h="4927778">
                  <a:moveTo>
                    <a:pt x="4925854" y="0"/>
                  </a:moveTo>
                  <a:lnTo>
                    <a:pt x="5883121" y="957267"/>
                  </a:lnTo>
                  <a:lnTo>
                    <a:pt x="2873789" y="3966599"/>
                  </a:lnTo>
                  <a:lnTo>
                    <a:pt x="2877701" y="3970511"/>
                  </a:lnTo>
                  <a:lnTo>
                    <a:pt x="1920434" y="4927778"/>
                  </a:lnTo>
                  <a:lnTo>
                    <a:pt x="1916522" y="4923866"/>
                  </a:lnTo>
                  <a:lnTo>
                    <a:pt x="1912610" y="4927778"/>
                  </a:lnTo>
                  <a:lnTo>
                    <a:pt x="955343" y="3970511"/>
                  </a:lnTo>
                  <a:lnTo>
                    <a:pt x="959255" y="3966599"/>
                  </a:lnTo>
                  <a:lnTo>
                    <a:pt x="0" y="3007343"/>
                  </a:lnTo>
                  <a:lnTo>
                    <a:pt x="957267" y="2050076"/>
                  </a:lnTo>
                  <a:lnTo>
                    <a:pt x="1916522" y="3009331"/>
                  </a:lnTo>
                  <a:close/>
                </a:path>
              </a:pathLst>
            </a:custGeom>
            <a:solidFill>
              <a:srgbClr val="FFB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9" name="文本框 38"/>
            <p:cNvSpPr txBox="1"/>
            <p:nvPr/>
          </p:nvSpPr>
          <p:spPr>
            <a:xfrm>
              <a:off x="4656" y="7087"/>
              <a:ext cx="1698"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t>考评统计管理</a:t>
              </a:r>
              <a:endParaRPr lang="zh-CN" altLang="en-US" sz="1000" dirty="0">
                <a:solidFill>
                  <a:srgbClr val="220557"/>
                </a:solidFill>
              </a:endParaRPr>
            </a:p>
          </p:txBody>
        </p:sp>
      </p:grpSp>
      <p:grpSp>
        <p:nvGrpSpPr>
          <p:cNvPr id="50" name="组合 49"/>
          <p:cNvGrpSpPr/>
          <p:nvPr/>
        </p:nvGrpSpPr>
        <p:grpSpPr>
          <a:xfrm rot="0">
            <a:off x="1929765" y="4532630"/>
            <a:ext cx="1159510" cy="245110"/>
            <a:chOff x="6349" y="7086"/>
            <a:chExt cx="1826" cy="386"/>
          </a:xfrm>
        </p:grpSpPr>
        <p:sp>
          <p:nvSpPr>
            <p:cNvPr id="40" name="任意多边形 89"/>
            <p:cNvSpPr>
              <a:spLocks noChangeAspect="1"/>
            </p:cNvSpPr>
            <p:nvPr/>
          </p:nvSpPr>
          <p:spPr>
            <a:xfrm>
              <a:off x="6349" y="7162"/>
              <a:ext cx="283" cy="237"/>
            </a:xfrm>
            <a:custGeom>
              <a:avLst/>
              <a:gdLst>
                <a:gd name="connsiteX0" fmla="*/ 4925854 w 5883121"/>
                <a:gd name="connsiteY0" fmla="*/ 0 h 4927778"/>
                <a:gd name="connsiteX1" fmla="*/ 5883121 w 5883121"/>
                <a:gd name="connsiteY1" fmla="*/ 957267 h 4927778"/>
                <a:gd name="connsiteX2" fmla="*/ 2873789 w 5883121"/>
                <a:gd name="connsiteY2" fmla="*/ 3966599 h 4927778"/>
                <a:gd name="connsiteX3" fmla="*/ 2877701 w 5883121"/>
                <a:gd name="connsiteY3" fmla="*/ 3970511 h 4927778"/>
                <a:gd name="connsiteX4" fmla="*/ 1920434 w 5883121"/>
                <a:gd name="connsiteY4" fmla="*/ 4927778 h 4927778"/>
                <a:gd name="connsiteX5" fmla="*/ 1916522 w 5883121"/>
                <a:gd name="connsiteY5" fmla="*/ 4923866 h 4927778"/>
                <a:gd name="connsiteX6" fmla="*/ 1912610 w 5883121"/>
                <a:gd name="connsiteY6" fmla="*/ 4927778 h 4927778"/>
                <a:gd name="connsiteX7" fmla="*/ 955343 w 5883121"/>
                <a:gd name="connsiteY7" fmla="*/ 3970511 h 4927778"/>
                <a:gd name="connsiteX8" fmla="*/ 959255 w 5883121"/>
                <a:gd name="connsiteY8" fmla="*/ 3966599 h 4927778"/>
                <a:gd name="connsiteX9" fmla="*/ 0 w 5883121"/>
                <a:gd name="connsiteY9" fmla="*/ 3007343 h 4927778"/>
                <a:gd name="connsiteX10" fmla="*/ 957267 w 5883121"/>
                <a:gd name="connsiteY10" fmla="*/ 2050076 h 4927778"/>
                <a:gd name="connsiteX11" fmla="*/ 1916522 w 5883121"/>
                <a:gd name="connsiteY11" fmla="*/ 3009331 h 49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83121" h="4927778">
                  <a:moveTo>
                    <a:pt x="4925854" y="0"/>
                  </a:moveTo>
                  <a:lnTo>
                    <a:pt x="5883121" y="957267"/>
                  </a:lnTo>
                  <a:lnTo>
                    <a:pt x="2873789" y="3966599"/>
                  </a:lnTo>
                  <a:lnTo>
                    <a:pt x="2877701" y="3970511"/>
                  </a:lnTo>
                  <a:lnTo>
                    <a:pt x="1920434" y="4927778"/>
                  </a:lnTo>
                  <a:lnTo>
                    <a:pt x="1916522" y="4923866"/>
                  </a:lnTo>
                  <a:lnTo>
                    <a:pt x="1912610" y="4927778"/>
                  </a:lnTo>
                  <a:lnTo>
                    <a:pt x="955343" y="3970511"/>
                  </a:lnTo>
                  <a:lnTo>
                    <a:pt x="959255" y="3966599"/>
                  </a:lnTo>
                  <a:lnTo>
                    <a:pt x="0" y="3007343"/>
                  </a:lnTo>
                  <a:lnTo>
                    <a:pt x="957267" y="2050076"/>
                  </a:lnTo>
                  <a:lnTo>
                    <a:pt x="1916522" y="3009331"/>
                  </a:lnTo>
                  <a:close/>
                </a:path>
              </a:pathLst>
            </a:custGeom>
            <a:solidFill>
              <a:srgbClr val="FFB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1" name="文本框 40"/>
            <p:cNvSpPr txBox="1"/>
            <p:nvPr/>
          </p:nvSpPr>
          <p:spPr>
            <a:xfrm>
              <a:off x="6573" y="7086"/>
              <a:ext cx="1602"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l"/>
              <a:r>
                <a:rPr lang="zh-CN" altLang="en-US" sz="1000" dirty="0"/>
                <a:t>分级培训管理</a:t>
              </a:r>
              <a:endParaRPr lang="zh-CN" altLang="en-US" sz="1000" dirty="0">
                <a:solidFill>
                  <a:srgbClr val="220557"/>
                </a:solidFill>
              </a:endParaRPr>
            </a:p>
          </p:txBody>
        </p:sp>
      </p:grpSp>
      <p:grpSp>
        <p:nvGrpSpPr>
          <p:cNvPr id="49" name="组合 48"/>
          <p:cNvGrpSpPr/>
          <p:nvPr/>
        </p:nvGrpSpPr>
        <p:grpSpPr>
          <a:xfrm rot="0">
            <a:off x="3128010" y="4532630"/>
            <a:ext cx="1160145" cy="245110"/>
            <a:chOff x="4479" y="7615"/>
            <a:chExt cx="1827" cy="386"/>
          </a:xfrm>
        </p:grpSpPr>
        <p:sp>
          <p:nvSpPr>
            <p:cNvPr id="44" name="任意多边形 89"/>
            <p:cNvSpPr>
              <a:spLocks noChangeAspect="1"/>
            </p:cNvSpPr>
            <p:nvPr/>
          </p:nvSpPr>
          <p:spPr>
            <a:xfrm>
              <a:off x="4479" y="7703"/>
              <a:ext cx="283" cy="237"/>
            </a:xfrm>
            <a:custGeom>
              <a:avLst/>
              <a:gdLst>
                <a:gd name="connsiteX0" fmla="*/ 4925854 w 5883121"/>
                <a:gd name="connsiteY0" fmla="*/ 0 h 4927778"/>
                <a:gd name="connsiteX1" fmla="*/ 5883121 w 5883121"/>
                <a:gd name="connsiteY1" fmla="*/ 957267 h 4927778"/>
                <a:gd name="connsiteX2" fmla="*/ 2873789 w 5883121"/>
                <a:gd name="connsiteY2" fmla="*/ 3966599 h 4927778"/>
                <a:gd name="connsiteX3" fmla="*/ 2877701 w 5883121"/>
                <a:gd name="connsiteY3" fmla="*/ 3970511 h 4927778"/>
                <a:gd name="connsiteX4" fmla="*/ 1920434 w 5883121"/>
                <a:gd name="connsiteY4" fmla="*/ 4927778 h 4927778"/>
                <a:gd name="connsiteX5" fmla="*/ 1916522 w 5883121"/>
                <a:gd name="connsiteY5" fmla="*/ 4923866 h 4927778"/>
                <a:gd name="connsiteX6" fmla="*/ 1912610 w 5883121"/>
                <a:gd name="connsiteY6" fmla="*/ 4927778 h 4927778"/>
                <a:gd name="connsiteX7" fmla="*/ 955343 w 5883121"/>
                <a:gd name="connsiteY7" fmla="*/ 3970511 h 4927778"/>
                <a:gd name="connsiteX8" fmla="*/ 959255 w 5883121"/>
                <a:gd name="connsiteY8" fmla="*/ 3966599 h 4927778"/>
                <a:gd name="connsiteX9" fmla="*/ 0 w 5883121"/>
                <a:gd name="connsiteY9" fmla="*/ 3007343 h 4927778"/>
                <a:gd name="connsiteX10" fmla="*/ 957267 w 5883121"/>
                <a:gd name="connsiteY10" fmla="*/ 2050076 h 4927778"/>
                <a:gd name="connsiteX11" fmla="*/ 1916522 w 5883121"/>
                <a:gd name="connsiteY11" fmla="*/ 3009331 h 49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83121" h="4927778">
                  <a:moveTo>
                    <a:pt x="4925854" y="0"/>
                  </a:moveTo>
                  <a:lnTo>
                    <a:pt x="5883121" y="957267"/>
                  </a:lnTo>
                  <a:lnTo>
                    <a:pt x="2873789" y="3966599"/>
                  </a:lnTo>
                  <a:lnTo>
                    <a:pt x="2877701" y="3970511"/>
                  </a:lnTo>
                  <a:lnTo>
                    <a:pt x="1920434" y="4927778"/>
                  </a:lnTo>
                  <a:lnTo>
                    <a:pt x="1916522" y="4923866"/>
                  </a:lnTo>
                  <a:lnTo>
                    <a:pt x="1912610" y="4927778"/>
                  </a:lnTo>
                  <a:lnTo>
                    <a:pt x="955343" y="3970511"/>
                  </a:lnTo>
                  <a:lnTo>
                    <a:pt x="959255" y="3966599"/>
                  </a:lnTo>
                  <a:lnTo>
                    <a:pt x="0" y="3007343"/>
                  </a:lnTo>
                  <a:lnTo>
                    <a:pt x="957267" y="2050076"/>
                  </a:lnTo>
                  <a:lnTo>
                    <a:pt x="1916522" y="3009331"/>
                  </a:lnTo>
                  <a:close/>
                </a:path>
              </a:pathLst>
            </a:custGeom>
            <a:solidFill>
              <a:srgbClr val="FFB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5" name="文本框 44"/>
            <p:cNvSpPr txBox="1"/>
            <p:nvPr/>
          </p:nvSpPr>
          <p:spPr>
            <a:xfrm>
              <a:off x="4664" y="7615"/>
              <a:ext cx="1642"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solidFill>
                    <a:srgbClr val="220557"/>
                  </a:solidFill>
                </a:rPr>
                <a:t>学习量化监督</a:t>
              </a:r>
              <a:endParaRPr lang="zh-CN" altLang="en-US" sz="1000" dirty="0">
                <a:solidFill>
                  <a:srgbClr val="220557"/>
                </a:solidFill>
              </a:endParaRPr>
            </a:p>
          </p:txBody>
        </p:sp>
      </p:grpSp>
      <p:sp>
        <p:nvSpPr>
          <p:cNvPr id="64" name="文本框 63"/>
          <p:cNvSpPr txBox="1"/>
          <p:nvPr/>
        </p:nvSpPr>
        <p:spPr>
          <a:xfrm>
            <a:off x="7289800" y="4475480"/>
            <a:ext cx="2258060" cy="398780"/>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marL="171450" indent="-171450" algn="l">
              <a:lnSpc>
                <a:spcPct val="100000"/>
              </a:lnSpc>
              <a:buFont typeface="Arial" panose="020B0604020202020204" pitchFamily="34" charset="0"/>
              <a:buChar char="•"/>
            </a:pPr>
            <a:r>
              <a:rPr lang="zh-CN" altLang="en-US" sz="1000" dirty="0">
                <a:solidFill>
                  <a:srgbClr val="220557"/>
                </a:solidFill>
              </a:rPr>
              <a:t>灾情统计上报、核查评估、会商核定、灾害救助等核心业务知识</a:t>
            </a:r>
            <a:endParaRPr lang="zh-CN" altLang="en-US" sz="1000" dirty="0">
              <a:solidFill>
                <a:srgbClr val="220557"/>
              </a:solidFill>
            </a:endParaRPr>
          </a:p>
        </p:txBody>
      </p:sp>
      <p:grpSp>
        <p:nvGrpSpPr>
          <p:cNvPr id="51" name="组合 50"/>
          <p:cNvGrpSpPr/>
          <p:nvPr/>
        </p:nvGrpSpPr>
        <p:grpSpPr>
          <a:xfrm rot="0">
            <a:off x="3128010" y="4940300"/>
            <a:ext cx="1144270" cy="245110"/>
            <a:chOff x="6350" y="7615"/>
            <a:chExt cx="1802" cy="386"/>
          </a:xfrm>
        </p:grpSpPr>
        <p:sp>
          <p:nvSpPr>
            <p:cNvPr id="99" name="任意多边形 89"/>
            <p:cNvSpPr>
              <a:spLocks noChangeAspect="1"/>
            </p:cNvSpPr>
            <p:nvPr/>
          </p:nvSpPr>
          <p:spPr>
            <a:xfrm>
              <a:off x="6350" y="7691"/>
              <a:ext cx="283" cy="237"/>
            </a:xfrm>
            <a:custGeom>
              <a:avLst/>
              <a:gdLst>
                <a:gd name="connsiteX0" fmla="*/ 4925854 w 5883121"/>
                <a:gd name="connsiteY0" fmla="*/ 0 h 4927778"/>
                <a:gd name="connsiteX1" fmla="*/ 5883121 w 5883121"/>
                <a:gd name="connsiteY1" fmla="*/ 957267 h 4927778"/>
                <a:gd name="connsiteX2" fmla="*/ 2873789 w 5883121"/>
                <a:gd name="connsiteY2" fmla="*/ 3966599 h 4927778"/>
                <a:gd name="connsiteX3" fmla="*/ 2877701 w 5883121"/>
                <a:gd name="connsiteY3" fmla="*/ 3970511 h 4927778"/>
                <a:gd name="connsiteX4" fmla="*/ 1920434 w 5883121"/>
                <a:gd name="connsiteY4" fmla="*/ 4927778 h 4927778"/>
                <a:gd name="connsiteX5" fmla="*/ 1916522 w 5883121"/>
                <a:gd name="connsiteY5" fmla="*/ 4923866 h 4927778"/>
                <a:gd name="connsiteX6" fmla="*/ 1912610 w 5883121"/>
                <a:gd name="connsiteY6" fmla="*/ 4927778 h 4927778"/>
                <a:gd name="connsiteX7" fmla="*/ 955343 w 5883121"/>
                <a:gd name="connsiteY7" fmla="*/ 3970511 h 4927778"/>
                <a:gd name="connsiteX8" fmla="*/ 959255 w 5883121"/>
                <a:gd name="connsiteY8" fmla="*/ 3966599 h 4927778"/>
                <a:gd name="connsiteX9" fmla="*/ 0 w 5883121"/>
                <a:gd name="connsiteY9" fmla="*/ 3007343 h 4927778"/>
                <a:gd name="connsiteX10" fmla="*/ 957267 w 5883121"/>
                <a:gd name="connsiteY10" fmla="*/ 2050076 h 4927778"/>
                <a:gd name="connsiteX11" fmla="*/ 1916522 w 5883121"/>
                <a:gd name="connsiteY11" fmla="*/ 3009331 h 49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83121" h="4927778">
                  <a:moveTo>
                    <a:pt x="4925854" y="0"/>
                  </a:moveTo>
                  <a:lnTo>
                    <a:pt x="5883121" y="957267"/>
                  </a:lnTo>
                  <a:lnTo>
                    <a:pt x="2873789" y="3966599"/>
                  </a:lnTo>
                  <a:lnTo>
                    <a:pt x="2877701" y="3970511"/>
                  </a:lnTo>
                  <a:lnTo>
                    <a:pt x="1920434" y="4927778"/>
                  </a:lnTo>
                  <a:lnTo>
                    <a:pt x="1916522" y="4923866"/>
                  </a:lnTo>
                  <a:lnTo>
                    <a:pt x="1912610" y="4927778"/>
                  </a:lnTo>
                  <a:lnTo>
                    <a:pt x="955343" y="3970511"/>
                  </a:lnTo>
                  <a:lnTo>
                    <a:pt x="959255" y="3966599"/>
                  </a:lnTo>
                  <a:lnTo>
                    <a:pt x="0" y="3007343"/>
                  </a:lnTo>
                  <a:lnTo>
                    <a:pt x="957267" y="2050076"/>
                  </a:lnTo>
                  <a:lnTo>
                    <a:pt x="1916522" y="3009331"/>
                  </a:lnTo>
                  <a:close/>
                </a:path>
              </a:pathLst>
            </a:custGeom>
            <a:solidFill>
              <a:srgbClr val="FFB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0" name="文本框 99"/>
            <p:cNvSpPr txBox="1"/>
            <p:nvPr/>
          </p:nvSpPr>
          <p:spPr>
            <a:xfrm>
              <a:off x="6514" y="7615"/>
              <a:ext cx="1638"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sym typeface="+mn-ea"/>
                </a:rPr>
                <a:t>人员信息管理</a:t>
              </a:r>
              <a:endParaRPr lang="zh-CN" altLang="en-US" sz="1000" dirty="0">
                <a:solidFill>
                  <a:srgbClr val="220557"/>
                </a:solidFill>
              </a:endParaRPr>
            </a:p>
          </p:txBody>
        </p:sp>
      </p:grpSp>
      <p:sp>
        <p:nvSpPr>
          <p:cNvPr id="26" name="矩形 25"/>
          <p:cNvSpPr/>
          <p:nvPr/>
        </p:nvSpPr>
        <p:spPr>
          <a:xfrm>
            <a:off x="4429760" y="4408805"/>
            <a:ext cx="2772410" cy="93281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p>
            <a:pPr hangingPunct="0"/>
            <a:endParaRPr lang="en-US">
              <a:solidFill>
                <a:srgbClr val="000000"/>
              </a:solidFill>
              <a:latin typeface="微软雅黑" panose="020B0503020204020204" pitchFamily="34" charset="-122"/>
              <a:ea typeface="微软雅黑" panose="020B0503020204020204" pitchFamily="34" charset="-122"/>
              <a:cs typeface="+mj-cs"/>
            </a:endParaRPr>
          </a:p>
        </p:txBody>
      </p:sp>
      <p:grpSp>
        <p:nvGrpSpPr>
          <p:cNvPr id="42" name="组合 41"/>
          <p:cNvGrpSpPr/>
          <p:nvPr/>
        </p:nvGrpSpPr>
        <p:grpSpPr>
          <a:xfrm rot="0">
            <a:off x="4548505" y="4532630"/>
            <a:ext cx="1186815" cy="245110"/>
            <a:chOff x="8633" y="7087"/>
            <a:chExt cx="1869" cy="386"/>
          </a:xfrm>
        </p:grpSpPr>
        <p:sp>
          <p:nvSpPr>
            <p:cNvPr id="65" name="任意多边形 38"/>
            <p:cNvSpPr>
              <a:spLocks noChangeAspect="1"/>
            </p:cNvSpPr>
            <p:nvPr/>
          </p:nvSpPr>
          <p:spPr>
            <a:xfrm>
              <a:off x="8633" y="7138"/>
              <a:ext cx="283" cy="284"/>
            </a:xfrm>
            <a:custGeom>
              <a:avLst/>
              <a:gdLst>
                <a:gd name="connsiteX0" fmla="*/ 2385081 w 6066430"/>
                <a:gd name="connsiteY0" fmla="*/ 2067499 h 6066430"/>
                <a:gd name="connsiteX1" fmla="*/ 4050108 w 6066430"/>
                <a:gd name="connsiteY1" fmla="*/ 3033215 h 6066430"/>
                <a:gd name="connsiteX2" fmla="*/ 2385081 w 6066430"/>
                <a:gd name="connsiteY2" fmla="*/ 3998930 h 6066430"/>
                <a:gd name="connsiteX3" fmla="*/ 3033215 w 6066430"/>
                <a:gd name="connsiteY3" fmla="*/ 397472 h 6066430"/>
                <a:gd name="connsiteX4" fmla="*/ 397472 w 6066430"/>
                <a:gd name="connsiteY4" fmla="*/ 3033215 h 6066430"/>
                <a:gd name="connsiteX5" fmla="*/ 3033215 w 6066430"/>
                <a:gd name="connsiteY5" fmla="*/ 5668958 h 6066430"/>
                <a:gd name="connsiteX6" fmla="*/ 5668958 w 6066430"/>
                <a:gd name="connsiteY6" fmla="*/ 3033215 h 6066430"/>
                <a:gd name="connsiteX7" fmla="*/ 3033215 w 6066430"/>
                <a:gd name="connsiteY7" fmla="*/ 397472 h 6066430"/>
                <a:gd name="connsiteX8" fmla="*/ 3033215 w 6066430"/>
                <a:gd name="connsiteY8" fmla="*/ 0 h 6066430"/>
                <a:gd name="connsiteX9" fmla="*/ 6066430 w 6066430"/>
                <a:gd name="connsiteY9" fmla="*/ 3033215 h 6066430"/>
                <a:gd name="connsiteX10" fmla="*/ 3033215 w 6066430"/>
                <a:gd name="connsiteY10" fmla="*/ 6066430 h 6066430"/>
                <a:gd name="connsiteX11" fmla="*/ 0 w 6066430"/>
                <a:gd name="connsiteY11" fmla="*/ 3033215 h 6066430"/>
                <a:gd name="connsiteX12" fmla="*/ 3033215 w 6066430"/>
                <a:gd name="connsiteY12" fmla="*/ 0 h 606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66430" h="6066430">
                  <a:moveTo>
                    <a:pt x="2385081" y="2067499"/>
                  </a:moveTo>
                  <a:lnTo>
                    <a:pt x="4050108" y="3033215"/>
                  </a:lnTo>
                  <a:lnTo>
                    <a:pt x="2385081" y="3998930"/>
                  </a:lnTo>
                  <a:close/>
                  <a:moveTo>
                    <a:pt x="3033215" y="397472"/>
                  </a:moveTo>
                  <a:cubicBezTo>
                    <a:pt x="1577534" y="397472"/>
                    <a:pt x="397472" y="1577534"/>
                    <a:pt x="397472" y="3033215"/>
                  </a:cubicBezTo>
                  <a:cubicBezTo>
                    <a:pt x="397472" y="4488896"/>
                    <a:pt x="1577534" y="5668958"/>
                    <a:pt x="3033215" y="5668958"/>
                  </a:cubicBezTo>
                  <a:cubicBezTo>
                    <a:pt x="4488896" y="5668958"/>
                    <a:pt x="5668958" y="4488896"/>
                    <a:pt x="5668958" y="3033215"/>
                  </a:cubicBezTo>
                  <a:cubicBezTo>
                    <a:pt x="5668958" y="1577534"/>
                    <a:pt x="4488896" y="397472"/>
                    <a:pt x="3033215" y="397472"/>
                  </a:cubicBezTo>
                  <a:close/>
                  <a:moveTo>
                    <a:pt x="3033215" y="0"/>
                  </a:moveTo>
                  <a:cubicBezTo>
                    <a:pt x="4708413" y="0"/>
                    <a:pt x="6066430" y="1358017"/>
                    <a:pt x="6066430" y="3033215"/>
                  </a:cubicBezTo>
                  <a:cubicBezTo>
                    <a:pt x="6066430" y="4708413"/>
                    <a:pt x="4708413" y="6066430"/>
                    <a:pt x="3033215" y="6066430"/>
                  </a:cubicBezTo>
                  <a:cubicBezTo>
                    <a:pt x="1358017" y="6066430"/>
                    <a:pt x="0" y="4708413"/>
                    <a:pt x="0" y="3033215"/>
                  </a:cubicBezTo>
                  <a:cubicBezTo>
                    <a:pt x="0" y="1358017"/>
                    <a:pt x="1358017" y="0"/>
                    <a:pt x="3033215"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8928" y="7087"/>
              <a:ext cx="1574"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l"/>
              <a:r>
                <a:rPr lang="zh-CN" altLang="en-US" sz="1000" dirty="0">
                  <a:solidFill>
                    <a:srgbClr val="220557"/>
                  </a:solidFill>
                </a:rPr>
                <a:t>线上视频学习</a:t>
              </a:r>
              <a:endParaRPr lang="zh-CN" altLang="en-US" sz="1000" dirty="0">
                <a:solidFill>
                  <a:srgbClr val="220557"/>
                </a:solidFill>
              </a:endParaRPr>
            </a:p>
          </p:txBody>
        </p:sp>
      </p:grpSp>
      <p:grpSp>
        <p:nvGrpSpPr>
          <p:cNvPr id="43" name="组合 42"/>
          <p:cNvGrpSpPr/>
          <p:nvPr/>
        </p:nvGrpSpPr>
        <p:grpSpPr>
          <a:xfrm rot="0">
            <a:off x="5689600" y="4532630"/>
            <a:ext cx="1452880" cy="245110"/>
            <a:chOff x="10535" y="7087"/>
            <a:chExt cx="2288" cy="386"/>
          </a:xfrm>
        </p:grpSpPr>
        <p:sp>
          <p:nvSpPr>
            <p:cNvPr id="104" name="任意多边形 38"/>
            <p:cNvSpPr>
              <a:spLocks noChangeAspect="1"/>
            </p:cNvSpPr>
            <p:nvPr/>
          </p:nvSpPr>
          <p:spPr>
            <a:xfrm>
              <a:off x="10535" y="7138"/>
              <a:ext cx="283" cy="284"/>
            </a:xfrm>
            <a:custGeom>
              <a:avLst/>
              <a:gdLst>
                <a:gd name="connsiteX0" fmla="*/ 2385081 w 6066430"/>
                <a:gd name="connsiteY0" fmla="*/ 2067499 h 6066430"/>
                <a:gd name="connsiteX1" fmla="*/ 4050108 w 6066430"/>
                <a:gd name="connsiteY1" fmla="*/ 3033215 h 6066430"/>
                <a:gd name="connsiteX2" fmla="*/ 2385081 w 6066430"/>
                <a:gd name="connsiteY2" fmla="*/ 3998930 h 6066430"/>
                <a:gd name="connsiteX3" fmla="*/ 3033215 w 6066430"/>
                <a:gd name="connsiteY3" fmla="*/ 397472 h 6066430"/>
                <a:gd name="connsiteX4" fmla="*/ 397472 w 6066430"/>
                <a:gd name="connsiteY4" fmla="*/ 3033215 h 6066430"/>
                <a:gd name="connsiteX5" fmla="*/ 3033215 w 6066430"/>
                <a:gd name="connsiteY5" fmla="*/ 5668958 h 6066430"/>
                <a:gd name="connsiteX6" fmla="*/ 5668958 w 6066430"/>
                <a:gd name="connsiteY6" fmla="*/ 3033215 h 6066430"/>
                <a:gd name="connsiteX7" fmla="*/ 3033215 w 6066430"/>
                <a:gd name="connsiteY7" fmla="*/ 397472 h 6066430"/>
                <a:gd name="connsiteX8" fmla="*/ 3033215 w 6066430"/>
                <a:gd name="connsiteY8" fmla="*/ 0 h 6066430"/>
                <a:gd name="connsiteX9" fmla="*/ 6066430 w 6066430"/>
                <a:gd name="connsiteY9" fmla="*/ 3033215 h 6066430"/>
                <a:gd name="connsiteX10" fmla="*/ 3033215 w 6066430"/>
                <a:gd name="connsiteY10" fmla="*/ 6066430 h 6066430"/>
                <a:gd name="connsiteX11" fmla="*/ 0 w 6066430"/>
                <a:gd name="connsiteY11" fmla="*/ 3033215 h 6066430"/>
                <a:gd name="connsiteX12" fmla="*/ 3033215 w 6066430"/>
                <a:gd name="connsiteY12" fmla="*/ 0 h 606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66430" h="6066430">
                  <a:moveTo>
                    <a:pt x="2385081" y="2067499"/>
                  </a:moveTo>
                  <a:lnTo>
                    <a:pt x="4050108" y="3033215"/>
                  </a:lnTo>
                  <a:lnTo>
                    <a:pt x="2385081" y="3998930"/>
                  </a:lnTo>
                  <a:close/>
                  <a:moveTo>
                    <a:pt x="3033215" y="397472"/>
                  </a:moveTo>
                  <a:cubicBezTo>
                    <a:pt x="1577534" y="397472"/>
                    <a:pt x="397472" y="1577534"/>
                    <a:pt x="397472" y="3033215"/>
                  </a:cubicBezTo>
                  <a:cubicBezTo>
                    <a:pt x="397472" y="4488896"/>
                    <a:pt x="1577534" y="5668958"/>
                    <a:pt x="3033215" y="5668958"/>
                  </a:cubicBezTo>
                  <a:cubicBezTo>
                    <a:pt x="4488896" y="5668958"/>
                    <a:pt x="5668958" y="4488896"/>
                    <a:pt x="5668958" y="3033215"/>
                  </a:cubicBezTo>
                  <a:cubicBezTo>
                    <a:pt x="5668958" y="1577534"/>
                    <a:pt x="4488896" y="397472"/>
                    <a:pt x="3033215" y="397472"/>
                  </a:cubicBezTo>
                  <a:close/>
                  <a:moveTo>
                    <a:pt x="3033215" y="0"/>
                  </a:moveTo>
                  <a:cubicBezTo>
                    <a:pt x="4708413" y="0"/>
                    <a:pt x="6066430" y="1358017"/>
                    <a:pt x="6066430" y="3033215"/>
                  </a:cubicBezTo>
                  <a:cubicBezTo>
                    <a:pt x="6066430" y="4708413"/>
                    <a:pt x="4708413" y="6066430"/>
                    <a:pt x="3033215" y="6066430"/>
                  </a:cubicBezTo>
                  <a:cubicBezTo>
                    <a:pt x="1358017" y="6066430"/>
                    <a:pt x="0" y="4708413"/>
                    <a:pt x="0" y="3033215"/>
                  </a:cubicBezTo>
                  <a:cubicBezTo>
                    <a:pt x="0" y="1358017"/>
                    <a:pt x="1358017" y="0"/>
                    <a:pt x="3033215"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5" name="文本框 104"/>
            <p:cNvSpPr txBox="1"/>
            <p:nvPr/>
          </p:nvSpPr>
          <p:spPr>
            <a:xfrm>
              <a:off x="10828" y="7087"/>
              <a:ext cx="1995"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l"/>
              <a:r>
                <a:rPr lang="zh-CN" altLang="en-US" sz="1000" dirty="0">
                  <a:solidFill>
                    <a:srgbClr val="220557"/>
                  </a:solidFill>
                </a:rPr>
                <a:t>考核测评</a:t>
              </a:r>
              <a:r>
                <a:rPr lang="en-US" altLang="zh-CN" sz="1000" dirty="0">
                  <a:solidFill>
                    <a:srgbClr val="220557"/>
                  </a:solidFill>
                </a:rPr>
                <a:t>/</a:t>
              </a:r>
              <a:r>
                <a:rPr lang="zh-CN" altLang="en-US" sz="1000" dirty="0">
                  <a:solidFill>
                    <a:srgbClr val="220557"/>
                  </a:solidFill>
                </a:rPr>
                <a:t>自主测试</a:t>
              </a:r>
              <a:endParaRPr lang="zh-CN" altLang="en-US" sz="1000" dirty="0">
                <a:solidFill>
                  <a:srgbClr val="220557"/>
                </a:solidFill>
              </a:endParaRPr>
            </a:p>
          </p:txBody>
        </p:sp>
      </p:grpSp>
      <p:grpSp>
        <p:nvGrpSpPr>
          <p:cNvPr id="46" name="组合 45"/>
          <p:cNvGrpSpPr/>
          <p:nvPr/>
        </p:nvGrpSpPr>
        <p:grpSpPr>
          <a:xfrm rot="0">
            <a:off x="4548505" y="4959350"/>
            <a:ext cx="1186815" cy="245110"/>
            <a:chOff x="8633" y="7615"/>
            <a:chExt cx="1869" cy="386"/>
          </a:xfrm>
        </p:grpSpPr>
        <p:sp>
          <p:nvSpPr>
            <p:cNvPr id="106" name="任意多边形 38"/>
            <p:cNvSpPr>
              <a:spLocks noChangeAspect="1"/>
            </p:cNvSpPr>
            <p:nvPr/>
          </p:nvSpPr>
          <p:spPr>
            <a:xfrm>
              <a:off x="8633" y="7666"/>
              <a:ext cx="283" cy="284"/>
            </a:xfrm>
            <a:custGeom>
              <a:avLst/>
              <a:gdLst>
                <a:gd name="connsiteX0" fmla="*/ 2385081 w 6066430"/>
                <a:gd name="connsiteY0" fmla="*/ 2067499 h 6066430"/>
                <a:gd name="connsiteX1" fmla="*/ 4050108 w 6066430"/>
                <a:gd name="connsiteY1" fmla="*/ 3033215 h 6066430"/>
                <a:gd name="connsiteX2" fmla="*/ 2385081 w 6066430"/>
                <a:gd name="connsiteY2" fmla="*/ 3998930 h 6066430"/>
                <a:gd name="connsiteX3" fmla="*/ 3033215 w 6066430"/>
                <a:gd name="connsiteY3" fmla="*/ 397472 h 6066430"/>
                <a:gd name="connsiteX4" fmla="*/ 397472 w 6066430"/>
                <a:gd name="connsiteY4" fmla="*/ 3033215 h 6066430"/>
                <a:gd name="connsiteX5" fmla="*/ 3033215 w 6066430"/>
                <a:gd name="connsiteY5" fmla="*/ 5668958 h 6066430"/>
                <a:gd name="connsiteX6" fmla="*/ 5668958 w 6066430"/>
                <a:gd name="connsiteY6" fmla="*/ 3033215 h 6066430"/>
                <a:gd name="connsiteX7" fmla="*/ 3033215 w 6066430"/>
                <a:gd name="connsiteY7" fmla="*/ 397472 h 6066430"/>
                <a:gd name="connsiteX8" fmla="*/ 3033215 w 6066430"/>
                <a:gd name="connsiteY8" fmla="*/ 0 h 6066430"/>
                <a:gd name="connsiteX9" fmla="*/ 6066430 w 6066430"/>
                <a:gd name="connsiteY9" fmla="*/ 3033215 h 6066430"/>
                <a:gd name="connsiteX10" fmla="*/ 3033215 w 6066430"/>
                <a:gd name="connsiteY10" fmla="*/ 6066430 h 6066430"/>
                <a:gd name="connsiteX11" fmla="*/ 0 w 6066430"/>
                <a:gd name="connsiteY11" fmla="*/ 3033215 h 6066430"/>
                <a:gd name="connsiteX12" fmla="*/ 3033215 w 6066430"/>
                <a:gd name="connsiteY12" fmla="*/ 0 h 606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66430" h="6066430">
                  <a:moveTo>
                    <a:pt x="2385081" y="2067499"/>
                  </a:moveTo>
                  <a:lnTo>
                    <a:pt x="4050108" y="3033215"/>
                  </a:lnTo>
                  <a:lnTo>
                    <a:pt x="2385081" y="3998930"/>
                  </a:lnTo>
                  <a:close/>
                  <a:moveTo>
                    <a:pt x="3033215" y="397472"/>
                  </a:moveTo>
                  <a:cubicBezTo>
                    <a:pt x="1577534" y="397472"/>
                    <a:pt x="397472" y="1577534"/>
                    <a:pt x="397472" y="3033215"/>
                  </a:cubicBezTo>
                  <a:cubicBezTo>
                    <a:pt x="397472" y="4488896"/>
                    <a:pt x="1577534" y="5668958"/>
                    <a:pt x="3033215" y="5668958"/>
                  </a:cubicBezTo>
                  <a:cubicBezTo>
                    <a:pt x="4488896" y="5668958"/>
                    <a:pt x="5668958" y="4488896"/>
                    <a:pt x="5668958" y="3033215"/>
                  </a:cubicBezTo>
                  <a:cubicBezTo>
                    <a:pt x="5668958" y="1577534"/>
                    <a:pt x="4488896" y="397472"/>
                    <a:pt x="3033215" y="397472"/>
                  </a:cubicBezTo>
                  <a:close/>
                  <a:moveTo>
                    <a:pt x="3033215" y="0"/>
                  </a:moveTo>
                  <a:cubicBezTo>
                    <a:pt x="4708413" y="0"/>
                    <a:pt x="6066430" y="1358017"/>
                    <a:pt x="6066430" y="3033215"/>
                  </a:cubicBezTo>
                  <a:cubicBezTo>
                    <a:pt x="6066430" y="4708413"/>
                    <a:pt x="4708413" y="6066430"/>
                    <a:pt x="3033215" y="6066430"/>
                  </a:cubicBezTo>
                  <a:cubicBezTo>
                    <a:pt x="1358017" y="6066430"/>
                    <a:pt x="0" y="4708413"/>
                    <a:pt x="0" y="3033215"/>
                  </a:cubicBezTo>
                  <a:cubicBezTo>
                    <a:pt x="0" y="1358017"/>
                    <a:pt x="1358017" y="0"/>
                    <a:pt x="3033215"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7" name="文本框 106"/>
            <p:cNvSpPr txBox="1"/>
            <p:nvPr/>
          </p:nvSpPr>
          <p:spPr>
            <a:xfrm>
              <a:off x="8928" y="7615"/>
              <a:ext cx="1574"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l"/>
              <a:r>
                <a:rPr lang="zh-CN" altLang="en-US" sz="1000" dirty="0">
                  <a:solidFill>
                    <a:srgbClr val="220557"/>
                  </a:solidFill>
                </a:rPr>
                <a:t>线上题库练习</a:t>
              </a:r>
              <a:endParaRPr lang="zh-CN" altLang="en-US" sz="1000" dirty="0">
                <a:solidFill>
                  <a:srgbClr val="220557"/>
                </a:solidFill>
              </a:endParaRPr>
            </a:p>
          </p:txBody>
        </p:sp>
      </p:grpSp>
      <p:grpSp>
        <p:nvGrpSpPr>
          <p:cNvPr id="47" name="组合 46"/>
          <p:cNvGrpSpPr/>
          <p:nvPr/>
        </p:nvGrpSpPr>
        <p:grpSpPr>
          <a:xfrm rot="0">
            <a:off x="5687695" y="4959350"/>
            <a:ext cx="1454785" cy="245745"/>
            <a:chOff x="10520" y="7615"/>
            <a:chExt cx="2291" cy="387"/>
          </a:xfrm>
        </p:grpSpPr>
        <p:sp>
          <p:nvSpPr>
            <p:cNvPr id="2" name="任意多边形 38"/>
            <p:cNvSpPr>
              <a:spLocks noChangeAspect="1"/>
            </p:cNvSpPr>
            <p:nvPr/>
          </p:nvSpPr>
          <p:spPr>
            <a:xfrm>
              <a:off x="10520" y="7666"/>
              <a:ext cx="283" cy="284"/>
            </a:xfrm>
            <a:custGeom>
              <a:avLst/>
              <a:gdLst>
                <a:gd name="connsiteX0" fmla="*/ 2385081 w 6066430"/>
                <a:gd name="connsiteY0" fmla="*/ 2067499 h 6066430"/>
                <a:gd name="connsiteX1" fmla="*/ 4050108 w 6066430"/>
                <a:gd name="connsiteY1" fmla="*/ 3033215 h 6066430"/>
                <a:gd name="connsiteX2" fmla="*/ 2385081 w 6066430"/>
                <a:gd name="connsiteY2" fmla="*/ 3998930 h 6066430"/>
                <a:gd name="connsiteX3" fmla="*/ 3033215 w 6066430"/>
                <a:gd name="connsiteY3" fmla="*/ 397472 h 6066430"/>
                <a:gd name="connsiteX4" fmla="*/ 397472 w 6066430"/>
                <a:gd name="connsiteY4" fmla="*/ 3033215 h 6066430"/>
                <a:gd name="connsiteX5" fmla="*/ 3033215 w 6066430"/>
                <a:gd name="connsiteY5" fmla="*/ 5668958 h 6066430"/>
                <a:gd name="connsiteX6" fmla="*/ 5668958 w 6066430"/>
                <a:gd name="connsiteY6" fmla="*/ 3033215 h 6066430"/>
                <a:gd name="connsiteX7" fmla="*/ 3033215 w 6066430"/>
                <a:gd name="connsiteY7" fmla="*/ 397472 h 6066430"/>
                <a:gd name="connsiteX8" fmla="*/ 3033215 w 6066430"/>
                <a:gd name="connsiteY8" fmla="*/ 0 h 6066430"/>
                <a:gd name="connsiteX9" fmla="*/ 6066430 w 6066430"/>
                <a:gd name="connsiteY9" fmla="*/ 3033215 h 6066430"/>
                <a:gd name="connsiteX10" fmla="*/ 3033215 w 6066430"/>
                <a:gd name="connsiteY10" fmla="*/ 6066430 h 6066430"/>
                <a:gd name="connsiteX11" fmla="*/ 0 w 6066430"/>
                <a:gd name="connsiteY11" fmla="*/ 3033215 h 6066430"/>
                <a:gd name="connsiteX12" fmla="*/ 3033215 w 6066430"/>
                <a:gd name="connsiteY12" fmla="*/ 0 h 606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66430" h="6066430">
                  <a:moveTo>
                    <a:pt x="2385081" y="2067499"/>
                  </a:moveTo>
                  <a:lnTo>
                    <a:pt x="4050108" y="3033215"/>
                  </a:lnTo>
                  <a:lnTo>
                    <a:pt x="2385081" y="3998930"/>
                  </a:lnTo>
                  <a:close/>
                  <a:moveTo>
                    <a:pt x="3033215" y="397472"/>
                  </a:moveTo>
                  <a:cubicBezTo>
                    <a:pt x="1577534" y="397472"/>
                    <a:pt x="397472" y="1577534"/>
                    <a:pt x="397472" y="3033215"/>
                  </a:cubicBezTo>
                  <a:cubicBezTo>
                    <a:pt x="397472" y="4488896"/>
                    <a:pt x="1577534" y="5668958"/>
                    <a:pt x="3033215" y="5668958"/>
                  </a:cubicBezTo>
                  <a:cubicBezTo>
                    <a:pt x="4488896" y="5668958"/>
                    <a:pt x="5668958" y="4488896"/>
                    <a:pt x="5668958" y="3033215"/>
                  </a:cubicBezTo>
                  <a:cubicBezTo>
                    <a:pt x="5668958" y="1577534"/>
                    <a:pt x="4488896" y="397472"/>
                    <a:pt x="3033215" y="397472"/>
                  </a:cubicBezTo>
                  <a:close/>
                  <a:moveTo>
                    <a:pt x="3033215" y="0"/>
                  </a:moveTo>
                  <a:cubicBezTo>
                    <a:pt x="4708413" y="0"/>
                    <a:pt x="6066430" y="1358017"/>
                    <a:pt x="6066430" y="3033215"/>
                  </a:cubicBezTo>
                  <a:cubicBezTo>
                    <a:pt x="6066430" y="4708413"/>
                    <a:pt x="4708413" y="6066430"/>
                    <a:pt x="3033215" y="6066430"/>
                  </a:cubicBezTo>
                  <a:cubicBezTo>
                    <a:pt x="1358017" y="6066430"/>
                    <a:pt x="0" y="4708413"/>
                    <a:pt x="0" y="3033215"/>
                  </a:cubicBezTo>
                  <a:cubicBezTo>
                    <a:pt x="0" y="1358017"/>
                    <a:pt x="1358017" y="0"/>
                    <a:pt x="3033215"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800" y="7615"/>
              <a:ext cx="2011" cy="387"/>
            </a:xfrm>
            <a:prstGeom prst="rect">
              <a:avLst/>
            </a:prstGeom>
            <a:noFill/>
          </p:spPr>
          <p:txBody>
            <a:bodyPr wrap="square" rtlCol="0">
              <a:no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l"/>
              <a:r>
                <a:rPr lang="zh-CN" altLang="en-US" sz="1000" dirty="0">
                  <a:solidFill>
                    <a:srgbClr val="220557"/>
                  </a:solidFill>
                </a:rPr>
                <a:t>学分统计</a:t>
              </a:r>
              <a:r>
                <a:rPr lang="en-US" altLang="zh-CN" sz="1000" dirty="0">
                  <a:solidFill>
                    <a:srgbClr val="220557"/>
                  </a:solidFill>
                </a:rPr>
                <a:t> </a:t>
              </a:r>
              <a:r>
                <a:rPr lang="zh-CN" altLang="en-US" sz="1000" dirty="0">
                  <a:solidFill>
                    <a:srgbClr val="220557"/>
                  </a:solidFill>
                </a:rPr>
                <a:t>积分兑换</a:t>
              </a:r>
              <a:endParaRPr lang="zh-CN" altLang="en-US" sz="1000" dirty="0">
                <a:solidFill>
                  <a:srgbClr val="220557"/>
                </a:solidFill>
              </a:endParaRPr>
            </a:p>
          </p:txBody>
        </p:sp>
      </p:grpSp>
      <p:sp>
        <p:nvSpPr>
          <p:cNvPr id="56" name="文本框 55"/>
          <p:cNvSpPr txBox="1"/>
          <p:nvPr/>
        </p:nvSpPr>
        <p:spPr>
          <a:xfrm>
            <a:off x="7289800" y="4880610"/>
            <a:ext cx="2257425" cy="398780"/>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marL="171450" indent="-171450" algn="l">
              <a:lnSpc>
                <a:spcPct val="100000"/>
              </a:lnSpc>
              <a:buFont typeface="Arial" panose="020B0604020202020204" pitchFamily="34" charset="0"/>
              <a:buChar char="•"/>
            </a:pPr>
            <a:r>
              <a:rPr lang="zh-CN" sz="1000">
                <a:sym typeface="+mn-ea"/>
              </a:rPr>
              <a:t>以《自然灾害灾情统计调查制度》和灾情管理系统操作为核心内容</a:t>
            </a:r>
            <a:endParaRPr lang="zh-CN" altLang="en-US" sz="1000" dirty="0">
              <a:solidFill>
                <a:srgbClr val="220557"/>
              </a:solidFill>
            </a:endParaRPr>
          </a:p>
        </p:txBody>
      </p:sp>
      <p:grpSp>
        <p:nvGrpSpPr>
          <p:cNvPr id="63" name="组合 62"/>
          <p:cNvGrpSpPr/>
          <p:nvPr/>
        </p:nvGrpSpPr>
        <p:grpSpPr>
          <a:xfrm rot="0">
            <a:off x="6670040" y="5830570"/>
            <a:ext cx="1567180" cy="245110"/>
            <a:chOff x="10658" y="9182"/>
            <a:chExt cx="2468" cy="386"/>
          </a:xfrm>
        </p:grpSpPr>
        <p:sp>
          <p:nvSpPr>
            <p:cNvPr id="22" name="文本框 21"/>
            <p:cNvSpPr txBox="1"/>
            <p:nvPr/>
          </p:nvSpPr>
          <p:spPr>
            <a:xfrm>
              <a:off x="10924" y="9182"/>
              <a:ext cx="2203"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solidFill>
                    <a:srgbClr val="220557"/>
                  </a:solidFill>
                </a:rPr>
                <a:t>系统功能优化与迭代</a:t>
              </a:r>
              <a:endParaRPr lang="zh-CN" altLang="en-US" sz="1000" dirty="0">
                <a:solidFill>
                  <a:srgbClr val="220557"/>
                </a:solidFill>
              </a:endParaRPr>
            </a:p>
          </p:txBody>
        </p:sp>
        <p:sp>
          <p:nvSpPr>
            <p:cNvPr id="23" name="任意多边形 73"/>
            <p:cNvSpPr>
              <a:spLocks noChangeAspect="1"/>
            </p:cNvSpPr>
            <p:nvPr/>
          </p:nvSpPr>
          <p:spPr>
            <a:xfrm>
              <a:off x="10658" y="9187"/>
              <a:ext cx="374" cy="375"/>
            </a:xfrm>
            <a:custGeom>
              <a:avLst/>
              <a:gdLst>
                <a:gd name="connsiteX0" fmla="*/ 3110258 w 6209732"/>
                <a:gd name="connsiteY0" fmla="*/ 1108669 h 6209732"/>
                <a:gd name="connsiteX1" fmla="*/ 4404247 w 6209732"/>
                <a:gd name="connsiteY1" fmla="*/ 2402658 h 6209732"/>
                <a:gd name="connsiteX2" fmla="*/ 4073321 w 6209732"/>
                <a:gd name="connsiteY2" fmla="*/ 2733584 h 6209732"/>
                <a:gd name="connsiteX3" fmla="*/ 3315571 w 6209732"/>
                <a:gd name="connsiteY3" fmla="*/ 1975833 h 6209732"/>
                <a:gd name="connsiteX4" fmla="*/ 3315571 w 6209732"/>
                <a:gd name="connsiteY4" fmla="*/ 5161554 h 6209732"/>
                <a:gd name="connsiteX5" fmla="*/ 2847571 w 6209732"/>
                <a:gd name="connsiteY5" fmla="*/ 5161554 h 6209732"/>
                <a:gd name="connsiteX6" fmla="*/ 2847571 w 6209732"/>
                <a:gd name="connsiteY6" fmla="*/ 2028710 h 6209732"/>
                <a:gd name="connsiteX7" fmla="*/ 2145862 w 6209732"/>
                <a:gd name="connsiteY7" fmla="*/ 2730418 h 6209732"/>
                <a:gd name="connsiteX8" fmla="*/ 1814936 w 6209732"/>
                <a:gd name="connsiteY8" fmla="*/ 2399492 h 6209732"/>
                <a:gd name="connsiteX9" fmla="*/ 2847571 w 6209732"/>
                <a:gd name="connsiteY9" fmla="*/ 1366858 h 6209732"/>
                <a:gd name="connsiteX10" fmla="*/ 2847571 w 6209732"/>
                <a:gd name="connsiteY10" fmla="*/ 1353829 h 6209732"/>
                <a:gd name="connsiteX11" fmla="*/ 2860600 w 6209732"/>
                <a:gd name="connsiteY11" fmla="*/ 1353829 h 6209732"/>
                <a:gd name="connsiteX12" fmla="*/ 3105759 w 6209732"/>
                <a:gd name="connsiteY12" fmla="*/ 1108670 h 6209732"/>
                <a:gd name="connsiteX13" fmla="*/ 3108008 w 6209732"/>
                <a:gd name="connsiteY13" fmla="*/ 1110919 h 6209732"/>
                <a:gd name="connsiteX14" fmla="*/ 3104865 w 6209732"/>
                <a:gd name="connsiteY14" fmla="*/ 515036 h 6209732"/>
                <a:gd name="connsiteX15" fmla="*/ 515035 w 6209732"/>
                <a:gd name="connsiteY15" fmla="*/ 3104866 h 6209732"/>
                <a:gd name="connsiteX16" fmla="*/ 3104865 w 6209732"/>
                <a:gd name="connsiteY16" fmla="*/ 5694696 h 6209732"/>
                <a:gd name="connsiteX17" fmla="*/ 5694695 w 6209732"/>
                <a:gd name="connsiteY17" fmla="*/ 3104866 h 6209732"/>
                <a:gd name="connsiteX18" fmla="*/ 3104865 w 6209732"/>
                <a:gd name="connsiteY18" fmla="*/ 515036 h 6209732"/>
                <a:gd name="connsiteX19" fmla="*/ 3104866 w 6209732"/>
                <a:gd name="connsiteY19" fmla="*/ 0 h 6209732"/>
                <a:gd name="connsiteX20" fmla="*/ 6209732 w 6209732"/>
                <a:gd name="connsiteY20" fmla="*/ 3104866 h 6209732"/>
                <a:gd name="connsiteX21" fmla="*/ 3104866 w 6209732"/>
                <a:gd name="connsiteY21" fmla="*/ 6209732 h 6209732"/>
                <a:gd name="connsiteX22" fmla="*/ 0 w 6209732"/>
                <a:gd name="connsiteY22" fmla="*/ 3104866 h 6209732"/>
                <a:gd name="connsiteX23" fmla="*/ 3104866 w 6209732"/>
                <a:gd name="connsiteY23"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209732" h="6209732">
                  <a:moveTo>
                    <a:pt x="3110258" y="1108669"/>
                  </a:moveTo>
                  <a:lnTo>
                    <a:pt x="4404247" y="2402658"/>
                  </a:lnTo>
                  <a:lnTo>
                    <a:pt x="4073321" y="2733584"/>
                  </a:lnTo>
                  <a:lnTo>
                    <a:pt x="3315571" y="1975833"/>
                  </a:lnTo>
                  <a:lnTo>
                    <a:pt x="3315571" y="5161554"/>
                  </a:lnTo>
                  <a:lnTo>
                    <a:pt x="2847571" y="5161554"/>
                  </a:lnTo>
                  <a:lnTo>
                    <a:pt x="2847571" y="2028710"/>
                  </a:lnTo>
                  <a:lnTo>
                    <a:pt x="2145862" y="2730418"/>
                  </a:lnTo>
                  <a:lnTo>
                    <a:pt x="1814936" y="2399492"/>
                  </a:lnTo>
                  <a:lnTo>
                    <a:pt x="2847571" y="1366858"/>
                  </a:lnTo>
                  <a:lnTo>
                    <a:pt x="2847571" y="1353829"/>
                  </a:lnTo>
                  <a:lnTo>
                    <a:pt x="2860600" y="1353829"/>
                  </a:lnTo>
                  <a:lnTo>
                    <a:pt x="3105759" y="1108670"/>
                  </a:lnTo>
                  <a:lnTo>
                    <a:pt x="3108008" y="1110919"/>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grpSp>
        <p:nvGrpSpPr>
          <p:cNvPr id="68" name="组合 67"/>
          <p:cNvGrpSpPr/>
          <p:nvPr/>
        </p:nvGrpSpPr>
        <p:grpSpPr>
          <a:xfrm rot="0">
            <a:off x="8684260" y="5852160"/>
            <a:ext cx="2008505" cy="245110"/>
            <a:chOff x="13628" y="9181"/>
            <a:chExt cx="3163" cy="386"/>
          </a:xfrm>
        </p:grpSpPr>
        <p:sp>
          <p:nvSpPr>
            <p:cNvPr id="86" name="文本框 85"/>
            <p:cNvSpPr txBox="1"/>
            <p:nvPr/>
          </p:nvSpPr>
          <p:spPr>
            <a:xfrm>
              <a:off x="13839" y="9181"/>
              <a:ext cx="2952"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t>培训内容的迭代开发与运维</a:t>
              </a:r>
              <a:endParaRPr lang="zh-CN" altLang="en-US" sz="1000" dirty="0">
                <a:solidFill>
                  <a:srgbClr val="220557"/>
                </a:solidFill>
              </a:endParaRPr>
            </a:p>
          </p:txBody>
        </p:sp>
        <p:sp>
          <p:nvSpPr>
            <p:cNvPr id="87" name="任意多边形 73"/>
            <p:cNvSpPr>
              <a:spLocks noChangeAspect="1"/>
            </p:cNvSpPr>
            <p:nvPr/>
          </p:nvSpPr>
          <p:spPr>
            <a:xfrm>
              <a:off x="13628" y="9187"/>
              <a:ext cx="374" cy="375"/>
            </a:xfrm>
            <a:custGeom>
              <a:avLst/>
              <a:gdLst>
                <a:gd name="connsiteX0" fmla="*/ 3110258 w 6209732"/>
                <a:gd name="connsiteY0" fmla="*/ 1108669 h 6209732"/>
                <a:gd name="connsiteX1" fmla="*/ 4404247 w 6209732"/>
                <a:gd name="connsiteY1" fmla="*/ 2402658 h 6209732"/>
                <a:gd name="connsiteX2" fmla="*/ 4073321 w 6209732"/>
                <a:gd name="connsiteY2" fmla="*/ 2733584 h 6209732"/>
                <a:gd name="connsiteX3" fmla="*/ 3315571 w 6209732"/>
                <a:gd name="connsiteY3" fmla="*/ 1975833 h 6209732"/>
                <a:gd name="connsiteX4" fmla="*/ 3315571 w 6209732"/>
                <a:gd name="connsiteY4" fmla="*/ 5161554 h 6209732"/>
                <a:gd name="connsiteX5" fmla="*/ 2847571 w 6209732"/>
                <a:gd name="connsiteY5" fmla="*/ 5161554 h 6209732"/>
                <a:gd name="connsiteX6" fmla="*/ 2847571 w 6209732"/>
                <a:gd name="connsiteY6" fmla="*/ 2028710 h 6209732"/>
                <a:gd name="connsiteX7" fmla="*/ 2145862 w 6209732"/>
                <a:gd name="connsiteY7" fmla="*/ 2730418 h 6209732"/>
                <a:gd name="connsiteX8" fmla="*/ 1814936 w 6209732"/>
                <a:gd name="connsiteY8" fmla="*/ 2399492 h 6209732"/>
                <a:gd name="connsiteX9" fmla="*/ 2847571 w 6209732"/>
                <a:gd name="connsiteY9" fmla="*/ 1366858 h 6209732"/>
                <a:gd name="connsiteX10" fmla="*/ 2847571 w 6209732"/>
                <a:gd name="connsiteY10" fmla="*/ 1353829 h 6209732"/>
                <a:gd name="connsiteX11" fmla="*/ 2860600 w 6209732"/>
                <a:gd name="connsiteY11" fmla="*/ 1353829 h 6209732"/>
                <a:gd name="connsiteX12" fmla="*/ 3105759 w 6209732"/>
                <a:gd name="connsiteY12" fmla="*/ 1108670 h 6209732"/>
                <a:gd name="connsiteX13" fmla="*/ 3108008 w 6209732"/>
                <a:gd name="connsiteY13" fmla="*/ 1110919 h 6209732"/>
                <a:gd name="connsiteX14" fmla="*/ 3104865 w 6209732"/>
                <a:gd name="connsiteY14" fmla="*/ 515036 h 6209732"/>
                <a:gd name="connsiteX15" fmla="*/ 515035 w 6209732"/>
                <a:gd name="connsiteY15" fmla="*/ 3104866 h 6209732"/>
                <a:gd name="connsiteX16" fmla="*/ 3104865 w 6209732"/>
                <a:gd name="connsiteY16" fmla="*/ 5694696 h 6209732"/>
                <a:gd name="connsiteX17" fmla="*/ 5694695 w 6209732"/>
                <a:gd name="connsiteY17" fmla="*/ 3104866 h 6209732"/>
                <a:gd name="connsiteX18" fmla="*/ 3104865 w 6209732"/>
                <a:gd name="connsiteY18" fmla="*/ 515036 h 6209732"/>
                <a:gd name="connsiteX19" fmla="*/ 3104866 w 6209732"/>
                <a:gd name="connsiteY19" fmla="*/ 0 h 6209732"/>
                <a:gd name="connsiteX20" fmla="*/ 6209732 w 6209732"/>
                <a:gd name="connsiteY20" fmla="*/ 3104866 h 6209732"/>
                <a:gd name="connsiteX21" fmla="*/ 3104866 w 6209732"/>
                <a:gd name="connsiteY21" fmla="*/ 6209732 h 6209732"/>
                <a:gd name="connsiteX22" fmla="*/ 0 w 6209732"/>
                <a:gd name="connsiteY22" fmla="*/ 3104866 h 6209732"/>
                <a:gd name="connsiteX23" fmla="*/ 3104866 w 6209732"/>
                <a:gd name="connsiteY23" fmla="*/ 0 h 620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209732" h="6209732">
                  <a:moveTo>
                    <a:pt x="3110258" y="1108669"/>
                  </a:moveTo>
                  <a:lnTo>
                    <a:pt x="4404247" y="2402658"/>
                  </a:lnTo>
                  <a:lnTo>
                    <a:pt x="4073321" y="2733584"/>
                  </a:lnTo>
                  <a:lnTo>
                    <a:pt x="3315571" y="1975833"/>
                  </a:lnTo>
                  <a:lnTo>
                    <a:pt x="3315571" y="5161554"/>
                  </a:lnTo>
                  <a:lnTo>
                    <a:pt x="2847571" y="5161554"/>
                  </a:lnTo>
                  <a:lnTo>
                    <a:pt x="2847571" y="2028710"/>
                  </a:lnTo>
                  <a:lnTo>
                    <a:pt x="2145862" y="2730418"/>
                  </a:lnTo>
                  <a:lnTo>
                    <a:pt x="1814936" y="2399492"/>
                  </a:lnTo>
                  <a:lnTo>
                    <a:pt x="2847571" y="1366858"/>
                  </a:lnTo>
                  <a:lnTo>
                    <a:pt x="2847571" y="1353829"/>
                  </a:lnTo>
                  <a:lnTo>
                    <a:pt x="2860600" y="1353829"/>
                  </a:lnTo>
                  <a:lnTo>
                    <a:pt x="3105759" y="1108670"/>
                  </a:lnTo>
                  <a:lnTo>
                    <a:pt x="3108008" y="1110919"/>
                  </a:lnTo>
                  <a:close/>
                  <a:moveTo>
                    <a:pt x="3104865" y="515036"/>
                  </a:moveTo>
                  <a:cubicBezTo>
                    <a:pt x="1674541" y="515036"/>
                    <a:pt x="515035" y="1674542"/>
                    <a:pt x="515035" y="3104866"/>
                  </a:cubicBezTo>
                  <a:cubicBezTo>
                    <a:pt x="515035" y="4535190"/>
                    <a:pt x="1674541" y="5694696"/>
                    <a:pt x="3104865" y="5694696"/>
                  </a:cubicBezTo>
                  <a:cubicBezTo>
                    <a:pt x="4535189" y="5694696"/>
                    <a:pt x="5694695" y="4535190"/>
                    <a:pt x="5694695" y="3104866"/>
                  </a:cubicBezTo>
                  <a:cubicBezTo>
                    <a:pt x="5694695" y="1674542"/>
                    <a:pt x="4535189" y="515036"/>
                    <a:pt x="3104865" y="515036"/>
                  </a:cubicBezTo>
                  <a:close/>
                  <a:moveTo>
                    <a:pt x="3104866" y="0"/>
                  </a:moveTo>
                  <a:cubicBezTo>
                    <a:pt x="4819636" y="0"/>
                    <a:pt x="6209732" y="1390096"/>
                    <a:pt x="6209732" y="3104866"/>
                  </a:cubicBezTo>
                  <a:cubicBezTo>
                    <a:pt x="6209732" y="4819636"/>
                    <a:pt x="4819636" y="6209732"/>
                    <a:pt x="3104866" y="6209732"/>
                  </a:cubicBezTo>
                  <a:cubicBezTo>
                    <a:pt x="1390096" y="6209732"/>
                    <a:pt x="0" y="4819636"/>
                    <a:pt x="0" y="3104866"/>
                  </a:cubicBezTo>
                  <a:cubicBezTo>
                    <a:pt x="0" y="1390096"/>
                    <a:pt x="1390096" y="0"/>
                    <a:pt x="3104866"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16" name="矩形 15"/>
          <p:cNvSpPr/>
          <p:nvPr/>
        </p:nvSpPr>
        <p:spPr>
          <a:xfrm>
            <a:off x="1800225" y="2621915"/>
            <a:ext cx="2566035" cy="172783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pitchFamily="34" charset="-122"/>
              <a:ea typeface="微软雅黑" panose="020B0503020204020204" pitchFamily="34" charset="-122"/>
              <a:cs typeface="+mj-cs"/>
            </a:endParaRPr>
          </a:p>
        </p:txBody>
      </p:sp>
      <p:grpSp>
        <p:nvGrpSpPr>
          <p:cNvPr id="25" name="组合 24"/>
          <p:cNvGrpSpPr/>
          <p:nvPr/>
        </p:nvGrpSpPr>
        <p:grpSpPr>
          <a:xfrm rot="0">
            <a:off x="2196465" y="4025900"/>
            <a:ext cx="1778635" cy="245110"/>
            <a:chOff x="4834" y="5980"/>
            <a:chExt cx="2801" cy="386"/>
          </a:xfrm>
        </p:grpSpPr>
        <p:sp>
          <p:nvSpPr>
            <p:cNvPr id="27" name="文本框 26"/>
            <p:cNvSpPr txBox="1"/>
            <p:nvPr/>
          </p:nvSpPr>
          <p:spPr>
            <a:xfrm>
              <a:off x="5145" y="5980"/>
              <a:ext cx="2490"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l"/>
              <a:r>
                <a:rPr lang="zh-CN" altLang="en-US" sz="1000" dirty="0">
                  <a:solidFill>
                    <a:srgbClr val="220557"/>
                  </a:solidFill>
                </a:rPr>
                <a:t>灾害信息员培训管理系统</a:t>
              </a:r>
              <a:endParaRPr lang="zh-CN" altLang="en-US" sz="1000" dirty="0">
                <a:solidFill>
                  <a:srgbClr val="220557"/>
                </a:solidFill>
              </a:endParaRPr>
            </a:p>
          </p:txBody>
        </p:sp>
        <p:sp>
          <p:nvSpPr>
            <p:cNvPr id="28" name="任意多边形 61"/>
            <p:cNvSpPr>
              <a:spLocks noChangeAspect="1"/>
            </p:cNvSpPr>
            <p:nvPr/>
          </p:nvSpPr>
          <p:spPr>
            <a:xfrm>
              <a:off x="4834" y="5999"/>
              <a:ext cx="335" cy="348"/>
            </a:xfrm>
            <a:custGeom>
              <a:avLst/>
              <a:gdLst>
                <a:gd name="connsiteX0" fmla="*/ 310150 w 5251085"/>
                <a:gd name="connsiteY0" fmla="*/ 2330220 h 5445455"/>
                <a:gd name="connsiteX1" fmla="*/ 310150 w 5251085"/>
                <a:gd name="connsiteY1" fmla="*/ 4662112 h 5445455"/>
                <a:gd name="connsiteX2" fmla="*/ 784621 w 5251085"/>
                <a:gd name="connsiteY2" fmla="*/ 5136584 h 5445455"/>
                <a:gd name="connsiteX3" fmla="*/ 3869265 w 5251085"/>
                <a:gd name="connsiteY3" fmla="*/ 5136584 h 5445455"/>
                <a:gd name="connsiteX4" fmla="*/ 4343736 w 5251085"/>
                <a:gd name="connsiteY4" fmla="*/ 4662112 h 5445455"/>
                <a:gd name="connsiteX5" fmla="*/ 4343736 w 5251085"/>
                <a:gd name="connsiteY5" fmla="*/ 2330220 h 5445455"/>
                <a:gd name="connsiteX6" fmla="*/ 3458502 w 5251085"/>
                <a:gd name="connsiteY6" fmla="*/ 1448435 h 5445455"/>
                <a:gd name="connsiteX7" fmla="*/ 3782502 w 5251085"/>
                <a:gd name="connsiteY7" fmla="*/ 1448435 h 5445455"/>
                <a:gd name="connsiteX8" fmla="*/ 3782502 w 5251085"/>
                <a:gd name="connsiteY8" fmla="*/ 1772435 h 5445455"/>
                <a:gd name="connsiteX9" fmla="*/ 3458502 w 5251085"/>
                <a:gd name="connsiteY9" fmla="*/ 1772435 h 5445455"/>
                <a:gd name="connsiteX10" fmla="*/ 621082 w 5251085"/>
                <a:gd name="connsiteY10" fmla="*/ 1448435 h 5445455"/>
                <a:gd name="connsiteX11" fmla="*/ 3141082 w 5251085"/>
                <a:gd name="connsiteY11" fmla="*/ 1448435 h 5445455"/>
                <a:gd name="connsiteX12" fmla="*/ 3141082 w 5251085"/>
                <a:gd name="connsiteY12" fmla="*/ 1772435 h 5445455"/>
                <a:gd name="connsiteX13" fmla="*/ 621082 w 5251085"/>
                <a:gd name="connsiteY13" fmla="*/ 1772435 h 5445455"/>
                <a:gd name="connsiteX14" fmla="*/ 784621 w 5251085"/>
                <a:gd name="connsiteY14" fmla="*/ 1102998 h 5445455"/>
                <a:gd name="connsiteX15" fmla="*/ 310150 w 5251085"/>
                <a:gd name="connsiteY15" fmla="*/ 1577468 h 5445455"/>
                <a:gd name="connsiteX16" fmla="*/ 310150 w 5251085"/>
                <a:gd name="connsiteY16" fmla="*/ 2006220 h 5445455"/>
                <a:gd name="connsiteX17" fmla="*/ 4343736 w 5251085"/>
                <a:gd name="connsiteY17" fmla="*/ 2006220 h 5445455"/>
                <a:gd name="connsiteX18" fmla="*/ 4343736 w 5251085"/>
                <a:gd name="connsiteY18" fmla="*/ 1577468 h 5445455"/>
                <a:gd name="connsiteX19" fmla="*/ 3869265 w 5251085"/>
                <a:gd name="connsiteY19" fmla="*/ 1102998 h 5445455"/>
                <a:gd name="connsiteX20" fmla="*/ 547436 w 5251085"/>
                <a:gd name="connsiteY20" fmla="*/ 791570 h 5445455"/>
                <a:gd name="connsiteX21" fmla="*/ 4106449 w 5251085"/>
                <a:gd name="connsiteY21" fmla="*/ 791570 h 5445455"/>
                <a:gd name="connsiteX22" fmla="*/ 4653885 w 5251085"/>
                <a:gd name="connsiteY22" fmla="*/ 1339006 h 5445455"/>
                <a:gd name="connsiteX23" fmla="*/ 4653885 w 5251085"/>
                <a:gd name="connsiteY23" fmla="*/ 4898019 h 5445455"/>
                <a:gd name="connsiteX24" fmla="*/ 4106449 w 5251085"/>
                <a:gd name="connsiteY24" fmla="*/ 5445455 h 5445455"/>
                <a:gd name="connsiteX25" fmla="*/ 547436 w 5251085"/>
                <a:gd name="connsiteY25" fmla="*/ 5445455 h 5445455"/>
                <a:gd name="connsiteX26" fmla="*/ 0 w 5251085"/>
                <a:gd name="connsiteY26" fmla="*/ 4898019 h 5445455"/>
                <a:gd name="connsiteX27" fmla="*/ 0 w 5251085"/>
                <a:gd name="connsiteY27" fmla="*/ 1339006 h 5445455"/>
                <a:gd name="connsiteX28" fmla="*/ 547436 w 5251085"/>
                <a:gd name="connsiteY28" fmla="*/ 791570 h 5445455"/>
                <a:gd name="connsiteX29" fmla="*/ 1144637 w 5251085"/>
                <a:gd name="connsiteY29" fmla="*/ 0 h 5445455"/>
                <a:gd name="connsiteX30" fmla="*/ 4703649 w 5251085"/>
                <a:gd name="connsiteY30" fmla="*/ 0 h 5445455"/>
                <a:gd name="connsiteX31" fmla="*/ 5251085 w 5251085"/>
                <a:gd name="connsiteY31" fmla="*/ 547437 h 5445455"/>
                <a:gd name="connsiteX32" fmla="*/ 5251085 w 5251085"/>
                <a:gd name="connsiteY32" fmla="*/ 4106449 h 5445455"/>
                <a:gd name="connsiteX33" fmla="*/ 4813976 w 5251085"/>
                <a:gd name="connsiteY33" fmla="*/ 4642763 h 5445455"/>
                <a:gd name="connsiteX34" fmla="*/ 4810837 w 5251085"/>
                <a:gd name="connsiteY34" fmla="*/ 4643080 h 5445455"/>
                <a:gd name="connsiteX35" fmla="*/ 4810837 w 5251085"/>
                <a:gd name="connsiteY35" fmla="*/ 4195294 h 5445455"/>
                <a:gd name="connsiteX36" fmla="*/ 4859904 w 5251085"/>
                <a:gd name="connsiteY36" fmla="*/ 4135824 h 5445455"/>
                <a:gd name="connsiteX37" fmla="*/ 4940936 w 5251085"/>
                <a:gd name="connsiteY37" fmla="*/ 3870542 h 5445455"/>
                <a:gd name="connsiteX38" fmla="*/ 4940936 w 5251085"/>
                <a:gd name="connsiteY38" fmla="*/ 785898 h 5445455"/>
                <a:gd name="connsiteX39" fmla="*/ 4466465 w 5251085"/>
                <a:gd name="connsiteY39" fmla="*/ 311428 h 5445455"/>
                <a:gd name="connsiteX40" fmla="*/ 1381821 w 5251085"/>
                <a:gd name="connsiteY40" fmla="*/ 311428 h 5445455"/>
                <a:gd name="connsiteX41" fmla="*/ 988382 w 5251085"/>
                <a:gd name="connsiteY41" fmla="*/ 520617 h 5445455"/>
                <a:gd name="connsiteX42" fmla="*/ 945023 w 5251085"/>
                <a:gd name="connsiteY42" fmla="*/ 600500 h 5445455"/>
                <a:gd name="connsiteX43" fmla="*/ 597200 w 5251085"/>
                <a:gd name="connsiteY43" fmla="*/ 600500 h 5445455"/>
                <a:gd name="connsiteX44" fmla="*/ 597200 w 5251085"/>
                <a:gd name="connsiteY44" fmla="*/ 547437 h 5445455"/>
                <a:gd name="connsiteX45" fmla="*/ 1144637 w 5251085"/>
                <a:gd name="connsiteY45" fmla="*/ 0 h 544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251085" h="5445455">
                  <a:moveTo>
                    <a:pt x="310150" y="2330220"/>
                  </a:moveTo>
                  <a:lnTo>
                    <a:pt x="310150" y="4662112"/>
                  </a:lnTo>
                  <a:cubicBezTo>
                    <a:pt x="310150" y="4924156"/>
                    <a:pt x="522578" y="5136584"/>
                    <a:pt x="784621" y="5136584"/>
                  </a:cubicBezTo>
                  <a:lnTo>
                    <a:pt x="3869265" y="5136584"/>
                  </a:lnTo>
                  <a:cubicBezTo>
                    <a:pt x="4131309" y="5136584"/>
                    <a:pt x="4343736" y="4924156"/>
                    <a:pt x="4343736" y="4662112"/>
                  </a:cubicBezTo>
                  <a:lnTo>
                    <a:pt x="4343736" y="2330220"/>
                  </a:lnTo>
                  <a:close/>
                  <a:moveTo>
                    <a:pt x="3458502" y="1448435"/>
                  </a:moveTo>
                  <a:lnTo>
                    <a:pt x="3782502" y="1448435"/>
                  </a:lnTo>
                  <a:lnTo>
                    <a:pt x="3782502" y="1772435"/>
                  </a:lnTo>
                  <a:lnTo>
                    <a:pt x="3458502" y="1772435"/>
                  </a:lnTo>
                  <a:close/>
                  <a:moveTo>
                    <a:pt x="621082" y="1448435"/>
                  </a:moveTo>
                  <a:lnTo>
                    <a:pt x="3141082" y="1448435"/>
                  </a:lnTo>
                  <a:lnTo>
                    <a:pt x="3141082" y="1772435"/>
                  </a:lnTo>
                  <a:lnTo>
                    <a:pt x="621082" y="1772435"/>
                  </a:lnTo>
                  <a:close/>
                  <a:moveTo>
                    <a:pt x="784621" y="1102998"/>
                  </a:moveTo>
                  <a:cubicBezTo>
                    <a:pt x="522578" y="1102998"/>
                    <a:pt x="310150" y="1315425"/>
                    <a:pt x="310150" y="1577468"/>
                  </a:cubicBezTo>
                  <a:lnTo>
                    <a:pt x="310150" y="2006220"/>
                  </a:lnTo>
                  <a:lnTo>
                    <a:pt x="4343736" y="2006220"/>
                  </a:lnTo>
                  <a:lnTo>
                    <a:pt x="4343736" y="1577468"/>
                  </a:lnTo>
                  <a:cubicBezTo>
                    <a:pt x="4343736" y="1315425"/>
                    <a:pt x="4131309" y="1102998"/>
                    <a:pt x="3869265" y="1102998"/>
                  </a:cubicBezTo>
                  <a:close/>
                  <a:moveTo>
                    <a:pt x="547436" y="791570"/>
                  </a:moveTo>
                  <a:lnTo>
                    <a:pt x="4106449" y="791570"/>
                  </a:lnTo>
                  <a:cubicBezTo>
                    <a:pt x="4408790" y="791570"/>
                    <a:pt x="4653885" y="1036666"/>
                    <a:pt x="4653885" y="1339006"/>
                  </a:cubicBezTo>
                  <a:lnTo>
                    <a:pt x="4653885" y="4898019"/>
                  </a:lnTo>
                  <a:cubicBezTo>
                    <a:pt x="4653885" y="5200360"/>
                    <a:pt x="4408790" y="5445455"/>
                    <a:pt x="4106449" y="5445455"/>
                  </a:cubicBezTo>
                  <a:lnTo>
                    <a:pt x="547436" y="5445455"/>
                  </a:lnTo>
                  <a:cubicBezTo>
                    <a:pt x="245095" y="5445455"/>
                    <a:pt x="0" y="5200360"/>
                    <a:pt x="0" y="4898019"/>
                  </a:cubicBezTo>
                  <a:lnTo>
                    <a:pt x="0" y="1339006"/>
                  </a:lnTo>
                  <a:cubicBezTo>
                    <a:pt x="0" y="1036666"/>
                    <a:pt x="245095" y="791570"/>
                    <a:pt x="547436" y="791570"/>
                  </a:cubicBezTo>
                  <a:close/>
                  <a:moveTo>
                    <a:pt x="1144637" y="0"/>
                  </a:moveTo>
                  <a:lnTo>
                    <a:pt x="4703649" y="0"/>
                  </a:lnTo>
                  <a:cubicBezTo>
                    <a:pt x="5005990" y="0"/>
                    <a:pt x="5251085" y="245095"/>
                    <a:pt x="5251085" y="547437"/>
                  </a:cubicBezTo>
                  <a:lnTo>
                    <a:pt x="5251085" y="4106449"/>
                  </a:lnTo>
                  <a:cubicBezTo>
                    <a:pt x="5251085" y="4370997"/>
                    <a:pt x="5063434" y="4591717"/>
                    <a:pt x="4813976" y="4642763"/>
                  </a:cubicBezTo>
                  <a:lnTo>
                    <a:pt x="4810837" y="4643080"/>
                  </a:lnTo>
                  <a:lnTo>
                    <a:pt x="4810837" y="4195294"/>
                  </a:lnTo>
                  <a:lnTo>
                    <a:pt x="4859904" y="4135824"/>
                  </a:lnTo>
                  <a:cubicBezTo>
                    <a:pt x="4911064" y="4060098"/>
                    <a:pt x="4940936" y="3968809"/>
                    <a:pt x="4940936" y="3870542"/>
                  </a:cubicBezTo>
                  <a:lnTo>
                    <a:pt x="4940936" y="785898"/>
                  </a:lnTo>
                  <a:cubicBezTo>
                    <a:pt x="4940936" y="523855"/>
                    <a:pt x="4728509" y="311428"/>
                    <a:pt x="4466465" y="311428"/>
                  </a:cubicBezTo>
                  <a:lnTo>
                    <a:pt x="1381821" y="311428"/>
                  </a:lnTo>
                  <a:cubicBezTo>
                    <a:pt x="1218044" y="311428"/>
                    <a:pt x="1073648" y="394407"/>
                    <a:pt x="988382" y="520617"/>
                  </a:cubicBezTo>
                  <a:lnTo>
                    <a:pt x="945023" y="600500"/>
                  </a:lnTo>
                  <a:lnTo>
                    <a:pt x="597200" y="600500"/>
                  </a:lnTo>
                  <a:lnTo>
                    <a:pt x="597200" y="547437"/>
                  </a:lnTo>
                  <a:cubicBezTo>
                    <a:pt x="597200" y="245095"/>
                    <a:pt x="842295" y="0"/>
                    <a:pt x="1144637"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33" name="矩形 32"/>
          <p:cNvSpPr/>
          <p:nvPr/>
        </p:nvSpPr>
        <p:spPr>
          <a:xfrm>
            <a:off x="7255510" y="2621280"/>
            <a:ext cx="2367915" cy="172783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dirty="0">
              <a:solidFill>
                <a:srgbClr val="000000"/>
              </a:solidFill>
              <a:latin typeface="微软雅黑" panose="020B0503020204020204" pitchFamily="34" charset="-122"/>
              <a:ea typeface="微软雅黑" panose="020B0503020204020204" pitchFamily="34" charset="-122"/>
              <a:cs typeface="+mj-cs"/>
            </a:endParaRPr>
          </a:p>
        </p:txBody>
      </p:sp>
      <p:sp>
        <p:nvSpPr>
          <p:cNvPr id="8" name="矩形 7"/>
          <p:cNvSpPr/>
          <p:nvPr/>
        </p:nvSpPr>
        <p:spPr>
          <a:xfrm>
            <a:off x="4429760" y="2621915"/>
            <a:ext cx="2773045" cy="172783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p>
            <a:pPr hangingPunct="0"/>
            <a:endParaRPr lang="en-US" dirty="0">
              <a:solidFill>
                <a:srgbClr val="000000"/>
              </a:solidFill>
              <a:latin typeface="微软雅黑" panose="020B0503020204020204" pitchFamily="34" charset="-122"/>
              <a:ea typeface="微软雅黑" panose="020B0503020204020204" pitchFamily="34" charset="-122"/>
              <a:cs typeface="+mj-cs"/>
            </a:endParaRPr>
          </a:p>
        </p:txBody>
      </p:sp>
      <p:grpSp>
        <p:nvGrpSpPr>
          <p:cNvPr id="19" name="组合 18"/>
          <p:cNvGrpSpPr/>
          <p:nvPr/>
        </p:nvGrpSpPr>
        <p:grpSpPr>
          <a:xfrm rot="0">
            <a:off x="5307965" y="4025900"/>
            <a:ext cx="1183640" cy="245110"/>
            <a:chOff x="9988" y="5980"/>
            <a:chExt cx="1864" cy="386"/>
          </a:xfrm>
        </p:grpSpPr>
        <p:sp>
          <p:nvSpPr>
            <p:cNvPr id="35" name="文本框 34"/>
            <p:cNvSpPr txBox="1"/>
            <p:nvPr/>
          </p:nvSpPr>
          <p:spPr>
            <a:xfrm>
              <a:off x="10264" y="5980"/>
              <a:ext cx="1589"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t>线上学习平台</a:t>
              </a:r>
              <a:endParaRPr lang="zh-CN" altLang="en-US" sz="1000" dirty="0">
                <a:solidFill>
                  <a:srgbClr val="220557"/>
                </a:solidFill>
              </a:endParaRPr>
            </a:p>
          </p:txBody>
        </p:sp>
        <p:sp>
          <p:nvSpPr>
            <p:cNvPr id="34" name="任意多边形 61"/>
            <p:cNvSpPr>
              <a:spLocks noChangeAspect="1"/>
            </p:cNvSpPr>
            <p:nvPr/>
          </p:nvSpPr>
          <p:spPr>
            <a:xfrm>
              <a:off x="9988" y="5999"/>
              <a:ext cx="335" cy="348"/>
            </a:xfrm>
            <a:custGeom>
              <a:avLst/>
              <a:gdLst>
                <a:gd name="connsiteX0" fmla="*/ 310150 w 5251085"/>
                <a:gd name="connsiteY0" fmla="*/ 2330220 h 5445455"/>
                <a:gd name="connsiteX1" fmla="*/ 310150 w 5251085"/>
                <a:gd name="connsiteY1" fmla="*/ 4662112 h 5445455"/>
                <a:gd name="connsiteX2" fmla="*/ 784621 w 5251085"/>
                <a:gd name="connsiteY2" fmla="*/ 5136584 h 5445455"/>
                <a:gd name="connsiteX3" fmla="*/ 3869265 w 5251085"/>
                <a:gd name="connsiteY3" fmla="*/ 5136584 h 5445455"/>
                <a:gd name="connsiteX4" fmla="*/ 4343736 w 5251085"/>
                <a:gd name="connsiteY4" fmla="*/ 4662112 h 5445455"/>
                <a:gd name="connsiteX5" fmla="*/ 4343736 w 5251085"/>
                <a:gd name="connsiteY5" fmla="*/ 2330220 h 5445455"/>
                <a:gd name="connsiteX6" fmla="*/ 3458502 w 5251085"/>
                <a:gd name="connsiteY6" fmla="*/ 1448435 h 5445455"/>
                <a:gd name="connsiteX7" fmla="*/ 3782502 w 5251085"/>
                <a:gd name="connsiteY7" fmla="*/ 1448435 h 5445455"/>
                <a:gd name="connsiteX8" fmla="*/ 3782502 w 5251085"/>
                <a:gd name="connsiteY8" fmla="*/ 1772435 h 5445455"/>
                <a:gd name="connsiteX9" fmla="*/ 3458502 w 5251085"/>
                <a:gd name="connsiteY9" fmla="*/ 1772435 h 5445455"/>
                <a:gd name="connsiteX10" fmla="*/ 621082 w 5251085"/>
                <a:gd name="connsiteY10" fmla="*/ 1448435 h 5445455"/>
                <a:gd name="connsiteX11" fmla="*/ 3141082 w 5251085"/>
                <a:gd name="connsiteY11" fmla="*/ 1448435 h 5445455"/>
                <a:gd name="connsiteX12" fmla="*/ 3141082 w 5251085"/>
                <a:gd name="connsiteY12" fmla="*/ 1772435 h 5445455"/>
                <a:gd name="connsiteX13" fmla="*/ 621082 w 5251085"/>
                <a:gd name="connsiteY13" fmla="*/ 1772435 h 5445455"/>
                <a:gd name="connsiteX14" fmla="*/ 784621 w 5251085"/>
                <a:gd name="connsiteY14" fmla="*/ 1102998 h 5445455"/>
                <a:gd name="connsiteX15" fmla="*/ 310150 w 5251085"/>
                <a:gd name="connsiteY15" fmla="*/ 1577468 h 5445455"/>
                <a:gd name="connsiteX16" fmla="*/ 310150 w 5251085"/>
                <a:gd name="connsiteY16" fmla="*/ 2006220 h 5445455"/>
                <a:gd name="connsiteX17" fmla="*/ 4343736 w 5251085"/>
                <a:gd name="connsiteY17" fmla="*/ 2006220 h 5445455"/>
                <a:gd name="connsiteX18" fmla="*/ 4343736 w 5251085"/>
                <a:gd name="connsiteY18" fmla="*/ 1577468 h 5445455"/>
                <a:gd name="connsiteX19" fmla="*/ 3869265 w 5251085"/>
                <a:gd name="connsiteY19" fmla="*/ 1102998 h 5445455"/>
                <a:gd name="connsiteX20" fmla="*/ 547436 w 5251085"/>
                <a:gd name="connsiteY20" fmla="*/ 791570 h 5445455"/>
                <a:gd name="connsiteX21" fmla="*/ 4106449 w 5251085"/>
                <a:gd name="connsiteY21" fmla="*/ 791570 h 5445455"/>
                <a:gd name="connsiteX22" fmla="*/ 4653885 w 5251085"/>
                <a:gd name="connsiteY22" fmla="*/ 1339006 h 5445455"/>
                <a:gd name="connsiteX23" fmla="*/ 4653885 w 5251085"/>
                <a:gd name="connsiteY23" fmla="*/ 4898019 h 5445455"/>
                <a:gd name="connsiteX24" fmla="*/ 4106449 w 5251085"/>
                <a:gd name="connsiteY24" fmla="*/ 5445455 h 5445455"/>
                <a:gd name="connsiteX25" fmla="*/ 547436 w 5251085"/>
                <a:gd name="connsiteY25" fmla="*/ 5445455 h 5445455"/>
                <a:gd name="connsiteX26" fmla="*/ 0 w 5251085"/>
                <a:gd name="connsiteY26" fmla="*/ 4898019 h 5445455"/>
                <a:gd name="connsiteX27" fmla="*/ 0 w 5251085"/>
                <a:gd name="connsiteY27" fmla="*/ 1339006 h 5445455"/>
                <a:gd name="connsiteX28" fmla="*/ 547436 w 5251085"/>
                <a:gd name="connsiteY28" fmla="*/ 791570 h 5445455"/>
                <a:gd name="connsiteX29" fmla="*/ 1144637 w 5251085"/>
                <a:gd name="connsiteY29" fmla="*/ 0 h 5445455"/>
                <a:gd name="connsiteX30" fmla="*/ 4703649 w 5251085"/>
                <a:gd name="connsiteY30" fmla="*/ 0 h 5445455"/>
                <a:gd name="connsiteX31" fmla="*/ 5251085 w 5251085"/>
                <a:gd name="connsiteY31" fmla="*/ 547437 h 5445455"/>
                <a:gd name="connsiteX32" fmla="*/ 5251085 w 5251085"/>
                <a:gd name="connsiteY32" fmla="*/ 4106449 h 5445455"/>
                <a:gd name="connsiteX33" fmla="*/ 4813976 w 5251085"/>
                <a:gd name="connsiteY33" fmla="*/ 4642763 h 5445455"/>
                <a:gd name="connsiteX34" fmla="*/ 4810837 w 5251085"/>
                <a:gd name="connsiteY34" fmla="*/ 4643080 h 5445455"/>
                <a:gd name="connsiteX35" fmla="*/ 4810837 w 5251085"/>
                <a:gd name="connsiteY35" fmla="*/ 4195294 h 5445455"/>
                <a:gd name="connsiteX36" fmla="*/ 4859904 w 5251085"/>
                <a:gd name="connsiteY36" fmla="*/ 4135824 h 5445455"/>
                <a:gd name="connsiteX37" fmla="*/ 4940936 w 5251085"/>
                <a:gd name="connsiteY37" fmla="*/ 3870542 h 5445455"/>
                <a:gd name="connsiteX38" fmla="*/ 4940936 w 5251085"/>
                <a:gd name="connsiteY38" fmla="*/ 785898 h 5445455"/>
                <a:gd name="connsiteX39" fmla="*/ 4466465 w 5251085"/>
                <a:gd name="connsiteY39" fmla="*/ 311428 h 5445455"/>
                <a:gd name="connsiteX40" fmla="*/ 1381821 w 5251085"/>
                <a:gd name="connsiteY40" fmla="*/ 311428 h 5445455"/>
                <a:gd name="connsiteX41" fmla="*/ 988382 w 5251085"/>
                <a:gd name="connsiteY41" fmla="*/ 520617 h 5445455"/>
                <a:gd name="connsiteX42" fmla="*/ 945023 w 5251085"/>
                <a:gd name="connsiteY42" fmla="*/ 600500 h 5445455"/>
                <a:gd name="connsiteX43" fmla="*/ 597200 w 5251085"/>
                <a:gd name="connsiteY43" fmla="*/ 600500 h 5445455"/>
                <a:gd name="connsiteX44" fmla="*/ 597200 w 5251085"/>
                <a:gd name="connsiteY44" fmla="*/ 547437 h 5445455"/>
                <a:gd name="connsiteX45" fmla="*/ 1144637 w 5251085"/>
                <a:gd name="connsiteY45" fmla="*/ 0 h 544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251085" h="5445455">
                  <a:moveTo>
                    <a:pt x="310150" y="2330220"/>
                  </a:moveTo>
                  <a:lnTo>
                    <a:pt x="310150" y="4662112"/>
                  </a:lnTo>
                  <a:cubicBezTo>
                    <a:pt x="310150" y="4924156"/>
                    <a:pt x="522578" y="5136584"/>
                    <a:pt x="784621" y="5136584"/>
                  </a:cubicBezTo>
                  <a:lnTo>
                    <a:pt x="3869265" y="5136584"/>
                  </a:lnTo>
                  <a:cubicBezTo>
                    <a:pt x="4131309" y="5136584"/>
                    <a:pt x="4343736" y="4924156"/>
                    <a:pt x="4343736" y="4662112"/>
                  </a:cubicBezTo>
                  <a:lnTo>
                    <a:pt x="4343736" y="2330220"/>
                  </a:lnTo>
                  <a:close/>
                  <a:moveTo>
                    <a:pt x="3458502" y="1448435"/>
                  </a:moveTo>
                  <a:lnTo>
                    <a:pt x="3782502" y="1448435"/>
                  </a:lnTo>
                  <a:lnTo>
                    <a:pt x="3782502" y="1772435"/>
                  </a:lnTo>
                  <a:lnTo>
                    <a:pt x="3458502" y="1772435"/>
                  </a:lnTo>
                  <a:close/>
                  <a:moveTo>
                    <a:pt x="621082" y="1448435"/>
                  </a:moveTo>
                  <a:lnTo>
                    <a:pt x="3141082" y="1448435"/>
                  </a:lnTo>
                  <a:lnTo>
                    <a:pt x="3141082" y="1772435"/>
                  </a:lnTo>
                  <a:lnTo>
                    <a:pt x="621082" y="1772435"/>
                  </a:lnTo>
                  <a:close/>
                  <a:moveTo>
                    <a:pt x="784621" y="1102998"/>
                  </a:moveTo>
                  <a:cubicBezTo>
                    <a:pt x="522578" y="1102998"/>
                    <a:pt x="310150" y="1315425"/>
                    <a:pt x="310150" y="1577468"/>
                  </a:cubicBezTo>
                  <a:lnTo>
                    <a:pt x="310150" y="2006220"/>
                  </a:lnTo>
                  <a:lnTo>
                    <a:pt x="4343736" y="2006220"/>
                  </a:lnTo>
                  <a:lnTo>
                    <a:pt x="4343736" y="1577468"/>
                  </a:lnTo>
                  <a:cubicBezTo>
                    <a:pt x="4343736" y="1315425"/>
                    <a:pt x="4131309" y="1102998"/>
                    <a:pt x="3869265" y="1102998"/>
                  </a:cubicBezTo>
                  <a:close/>
                  <a:moveTo>
                    <a:pt x="547436" y="791570"/>
                  </a:moveTo>
                  <a:lnTo>
                    <a:pt x="4106449" y="791570"/>
                  </a:lnTo>
                  <a:cubicBezTo>
                    <a:pt x="4408790" y="791570"/>
                    <a:pt x="4653885" y="1036666"/>
                    <a:pt x="4653885" y="1339006"/>
                  </a:cubicBezTo>
                  <a:lnTo>
                    <a:pt x="4653885" y="4898019"/>
                  </a:lnTo>
                  <a:cubicBezTo>
                    <a:pt x="4653885" y="5200360"/>
                    <a:pt x="4408790" y="5445455"/>
                    <a:pt x="4106449" y="5445455"/>
                  </a:cubicBezTo>
                  <a:lnTo>
                    <a:pt x="547436" y="5445455"/>
                  </a:lnTo>
                  <a:cubicBezTo>
                    <a:pt x="245095" y="5445455"/>
                    <a:pt x="0" y="5200360"/>
                    <a:pt x="0" y="4898019"/>
                  </a:cubicBezTo>
                  <a:lnTo>
                    <a:pt x="0" y="1339006"/>
                  </a:lnTo>
                  <a:cubicBezTo>
                    <a:pt x="0" y="1036666"/>
                    <a:pt x="245095" y="791570"/>
                    <a:pt x="547436" y="791570"/>
                  </a:cubicBezTo>
                  <a:close/>
                  <a:moveTo>
                    <a:pt x="1144637" y="0"/>
                  </a:moveTo>
                  <a:lnTo>
                    <a:pt x="4703649" y="0"/>
                  </a:lnTo>
                  <a:cubicBezTo>
                    <a:pt x="5005990" y="0"/>
                    <a:pt x="5251085" y="245095"/>
                    <a:pt x="5251085" y="547437"/>
                  </a:cubicBezTo>
                  <a:lnTo>
                    <a:pt x="5251085" y="4106449"/>
                  </a:lnTo>
                  <a:cubicBezTo>
                    <a:pt x="5251085" y="4370997"/>
                    <a:pt x="5063434" y="4591717"/>
                    <a:pt x="4813976" y="4642763"/>
                  </a:cubicBezTo>
                  <a:lnTo>
                    <a:pt x="4810837" y="4643080"/>
                  </a:lnTo>
                  <a:lnTo>
                    <a:pt x="4810837" y="4195294"/>
                  </a:lnTo>
                  <a:lnTo>
                    <a:pt x="4859904" y="4135824"/>
                  </a:lnTo>
                  <a:cubicBezTo>
                    <a:pt x="4911064" y="4060098"/>
                    <a:pt x="4940936" y="3968809"/>
                    <a:pt x="4940936" y="3870542"/>
                  </a:cubicBezTo>
                  <a:lnTo>
                    <a:pt x="4940936" y="785898"/>
                  </a:lnTo>
                  <a:cubicBezTo>
                    <a:pt x="4940936" y="523855"/>
                    <a:pt x="4728509" y="311428"/>
                    <a:pt x="4466465" y="311428"/>
                  </a:cubicBezTo>
                  <a:lnTo>
                    <a:pt x="1381821" y="311428"/>
                  </a:lnTo>
                  <a:cubicBezTo>
                    <a:pt x="1218044" y="311428"/>
                    <a:pt x="1073648" y="394407"/>
                    <a:pt x="988382" y="520617"/>
                  </a:cubicBezTo>
                  <a:lnTo>
                    <a:pt x="945023" y="600500"/>
                  </a:lnTo>
                  <a:lnTo>
                    <a:pt x="597200" y="600500"/>
                  </a:lnTo>
                  <a:lnTo>
                    <a:pt x="597200" y="547437"/>
                  </a:lnTo>
                  <a:cubicBezTo>
                    <a:pt x="597200" y="245095"/>
                    <a:pt x="842295" y="0"/>
                    <a:pt x="1144637"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rot="0">
            <a:off x="7759700" y="4025900"/>
            <a:ext cx="1360170" cy="245110"/>
            <a:chOff x="14118" y="5980"/>
            <a:chExt cx="2142" cy="386"/>
          </a:xfrm>
        </p:grpSpPr>
        <p:sp>
          <p:nvSpPr>
            <p:cNvPr id="57" name="文本框 56"/>
            <p:cNvSpPr txBox="1"/>
            <p:nvPr/>
          </p:nvSpPr>
          <p:spPr>
            <a:xfrm>
              <a:off x="14336" y="5980"/>
              <a:ext cx="1925"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t>短视频动画课程</a:t>
              </a:r>
              <a:endParaRPr lang="zh-CN" altLang="en-US" sz="1000" dirty="0">
                <a:solidFill>
                  <a:srgbClr val="220557"/>
                </a:solidFill>
              </a:endParaRPr>
            </a:p>
          </p:txBody>
        </p:sp>
        <p:sp>
          <p:nvSpPr>
            <p:cNvPr id="58" name="任意多边形 61"/>
            <p:cNvSpPr>
              <a:spLocks noChangeAspect="1"/>
            </p:cNvSpPr>
            <p:nvPr/>
          </p:nvSpPr>
          <p:spPr>
            <a:xfrm>
              <a:off x="14118" y="5999"/>
              <a:ext cx="335" cy="348"/>
            </a:xfrm>
            <a:custGeom>
              <a:avLst/>
              <a:gdLst>
                <a:gd name="connsiteX0" fmla="*/ 310150 w 5251085"/>
                <a:gd name="connsiteY0" fmla="*/ 2330220 h 5445455"/>
                <a:gd name="connsiteX1" fmla="*/ 310150 w 5251085"/>
                <a:gd name="connsiteY1" fmla="*/ 4662112 h 5445455"/>
                <a:gd name="connsiteX2" fmla="*/ 784621 w 5251085"/>
                <a:gd name="connsiteY2" fmla="*/ 5136584 h 5445455"/>
                <a:gd name="connsiteX3" fmla="*/ 3869265 w 5251085"/>
                <a:gd name="connsiteY3" fmla="*/ 5136584 h 5445455"/>
                <a:gd name="connsiteX4" fmla="*/ 4343736 w 5251085"/>
                <a:gd name="connsiteY4" fmla="*/ 4662112 h 5445455"/>
                <a:gd name="connsiteX5" fmla="*/ 4343736 w 5251085"/>
                <a:gd name="connsiteY5" fmla="*/ 2330220 h 5445455"/>
                <a:gd name="connsiteX6" fmla="*/ 3458502 w 5251085"/>
                <a:gd name="connsiteY6" fmla="*/ 1448435 h 5445455"/>
                <a:gd name="connsiteX7" fmla="*/ 3782502 w 5251085"/>
                <a:gd name="connsiteY7" fmla="*/ 1448435 h 5445455"/>
                <a:gd name="connsiteX8" fmla="*/ 3782502 w 5251085"/>
                <a:gd name="connsiteY8" fmla="*/ 1772435 h 5445455"/>
                <a:gd name="connsiteX9" fmla="*/ 3458502 w 5251085"/>
                <a:gd name="connsiteY9" fmla="*/ 1772435 h 5445455"/>
                <a:gd name="connsiteX10" fmla="*/ 621082 w 5251085"/>
                <a:gd name="connsiteY10" fmla="*/ 1448435 h 5445455"/>
                <a:gd name="connsiteX11" fmla="*/ 3141082 w 5251085"/>
                <a:gd name="connsiteY11" fmla="*/ 1448435 h 5445455"/>
                <a:gd name="connsiteX12" fmla="*/ 3141082 w 5251085"/>
                <a:gd name="connsiteY12" fmla="*/ 1772435 h 5445455"/>
                <a:gd name="connsiteX13" fmla="*/ 621082 w 5251085"/>
                <a:gd name="connsiteY13" fmla="*/ 1772435 h 5445455"/>
                <a:gd name="connsiteX14" fmla="*/ 784621 w 5251085"/>
                <a:gd name="connsiteY14" fmla="*/ 1102998 h 5445455"/>
                <a:gd name="connsiteX15" fmla="*/ 310150 w 5251085"/>
                <a:gd name="connsiteY15" fmla="*/ 1577468 h 5445455"/>
                <a:gd name="connsiteX16" fmla="*/ 310150 w 5251085"/>
                <a:gd name="connsiteY16" fmla="*/ 2006220 h 5445455"/>
                <a:gd name="connsiteX17" fmla="*/ 4343736 w 5251085"/>
                <a:gd name="connsiteY17" fmla="*/ 2006220 h 5445455"/>
                <a:gd name="connsiteX18" fmla="*/ 4343736 w 5251085"/>
                <a:gd name="connsiteY18" fmla="*/ 1577468 h 5445455"/>
                <a:gd name="connsiteX19" fmla="*/ 3869265 w 5251085"/>
                <a:gd name="connsiteY19" fmla="*/ 1102998 h 5445455"/>
                <a:gd name="connsiteX20" fmla="*/ 547436 w 5251085"/>
                <a:gd name="connsiteY20" fmla="*/ 791570 h 5445455"/>
                <a:gd name="connsiteX21" fmla="*/ 4106449 w 5251085"/>
                <a:gd name="connsiteY21" fmla="*/ 791570 h 5445455"/>
                <a:gd name="connsiteX22" fmla="*/ 4653885 w 5251085"/>
                <a:gd name="connsiteY22" fmla="*/ 1339006 h 5445455"/>
                <a:gd name="connsiteX23" fmla="*/ 4653885 w 5251085"/>
                <a:gd name="connsiteY23" fmla="*/ 4898019 h 5445455"/>
                <a:gd name="connsiteX24" fmla="*/ 4106449 w 5251085"/>
                <a:gd name="connsiteY24" fmla="*/ 5445455 h 5445455"/>
                <a:gd name="connsiteX25" fmla="*/ 547436 w 5251085"/>
                <a:gd name="connsiteY25" fmla="*/ 5445455 h 5445455"/>
                <a:gd name="connsiteX26" fmla="*/ 0 w 5251085"/>
                <a:gd name="connsiteY26" fmla="*/ 4898019 h 5445455"/>
                <a:gd name="connsiteX27" fmla="*/ 0 w 5251085"/>
                <a:gd name="connsiteY27" fmla="*/ 1339006 h 5445455"/>
                <a:gd name="connsiteX28" fmla="*/ 547436 w 5251085"/>
                <a:gd name="connsiteY28" fmla="*/ 791570 h 5445455"/>
                <a:gd name="connsiteX29" fmla="*/ 1144637 w 5251085"/>
                <a:gd name="connsiteY29" fmla="*/ 0 h 5445455"/>
                <a:gd name="connsiteX30" fmla="*/ 4703649 w 5251085"/>
                <a:gd name="connsiteY30" fmla="*/ 0 h 5445455"/>
                <a:gd name="connsiteX31" fmla="*/ 5251085 w 5251085"/>
                <a:gd name="connsiteY31" fmla="*/ 547437 h 5445455"/>
                <a:gd name="connsiteX32" fmla="*/ 5251085 w 5251085"/>
                <a:gd name="connsiteY32" fmla="*/ 4106449 h 5445455"/>
                <a:gd name="connsiteX33" fmla="*/ 4813976 w 5251085"/>
                <a:gd name="connsiteY33" fmla="*/ 4642763 h 5445455"/>
                <a:gd name="connsiteX34" fmla="*/ 4810837 w 5251085"/>
                <a:gd name="connsiteY34" fmla="*/ 4643080 h 5445455"/>
                <a:gd name="connsiteX35" fmla="*/ 4810837 w 5251085"/>
                <a:gd name="connsiteY35" fmla="*/ 4195294 h 5445455"/>
                <a:gd name="connsiteX36" fmla="*/ 4859904 w 5251085"/>
                <a:gd name="connsiteY36" fmla="*/ 4135824 h 5445455"/>
                <a:gd name="connsiteX37" fmla="*/ 4940936 w 5251085"/>
                <a:gd name="connsiteY37" fmla="*/ 3870542 h 5445455"/>
                <a:gd name="connsiteX38" fmla="*/ 4940936 w 5251085"/>
                <a:gd name="connsiteY38" fmla="*/ 785898 h 5445455"/>
                <a:gd name="connsiteX39" fmla="*/ 4466465 w 5251085"/>
                <a:gd name="connsiteY39" fmla="*/ 311428 h 5445455"/>
                <a:gd name="connsiteX40" fmla="*/ 1381821 w 5251085"/>
                <a:gd name="connsiteY40" fmla="*/ 311428 h 5445455"/>
                <a:gd name="connsiteX41" fmla="*/ 988382 w 5251085"/>
                <a:gd name="connsiteY41" fmla="*/ 520617 h 5445455"/>
                <a:gd name="connsiteX42" fmla="*/ 945023 w 5251085"/>
                <a:gd name="connsiteY42" fmla="*/ 600500 h 5445455"/>
                <a:gd name="connsiteX43" fmla="*/ 597200 w 5251085"/>
                <a:gd name="connsiteY43" fmla="*/ 600500 h 5445455"/>
                <a:gd name="connsiteX44" fmla="*/ 597200 w 5251085"/>
                <a:gd name="connsiteY44" fmla="*/ 547437 h 5445455"/>
                <a:gd name="connsiteX45" fmla="*/ 1144637 w 5251085"/>
                <a:gd name="connsiteY45" fmla="*/ 0 h 544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251085" h="5445455">
                  <a:moveTo>
                    <a:pt x="310150" y="2330220"/>
                  </a:moveTo>
                  <a:lnTo>
                    <a:pt x="310150" y="4662112"/>
                  </a:lnTo>
                  <a:cubicBezTo>
                    <a:pt x="310150" y="4924156"/>
                    <a:pt x="522578" y="5136584"/>
                    <a:pt x="784621" y="5136584"/>
                  </a:cubicBezTo>
                  <a:lnTo>
                    <a:pt x="3869265" y="5136584"/>
                  </a:lnTo>
                  <a:cubicBezTo>
                    <a:pt x="4131309" y="5136584"/>
                    <a:pt x="4343736" y="4924156"/>
                    <a:pt x="4343736" y="4662112"/>
                  </a:cubicBezTo>
                  <a:lnTo>
                    <a:pt x="4343736" y="2330220"/>
                  </a:lnTo>
                  <a:close/>
                  <a:moveTo>
                    <a:pt x="3458502" y="1448435"/>
                  </a:moveTo>
                  <a:lnTo>
                    <a:pt x="3782502" y="1448435"/>
                  </a:lnTo>
                  <a:lnTo>
                    <a:pt x="3782502" y="1772435"/>
                  </a:lnTo>
                  <a:lnTo>
                    <a:pt x="3458502" y="1772435"/>
                  </a:lnTo>
                  <a:close/>
                  <a:moveTo>
                    <a:pt x="621082" y="1448435"/>
                  </a:moveTo>
                  <a:lnTo>
                    <a:pt x="3141082" y="1448435"/>
                  </a:lnTo>
                  <a:lnTo>
                    <a:pt x="3141082" y="1772435"/>
                  </a:lnTo>
                  <a:lnTo>
                    <a:pt x="621082" y="1772435"/>
                  </a:lnTo>
                  <a:close/>
                  <a:moveTo>
                    <a:pt x="784621" y="1102998"/>
                  </a:moveTo>
                  <a:cubicBezTo>
                    <a:pt x="522578" y="1102998"/>
                    <a:pt x="310150" y="1315425"/>
                    <a:pt x="310150" y="1577468"/>
                  </a:cubicBezTo>
                  <a:lnTo>
                    <a:pt x="310150" y="2006220"/>
                  </a:lnTo>
                  <a:lnTo>
                    <a:pt x="4343736" y="2006220"/>
                  </a:lnTo>
                  <a:lnTo>
                    <a:pt x="4343736" y="1577468"/>
                  </a:lnTo>
                  <a:cubicBezTo>
                    <a:pt x="4343736" y="1315425"/>
                    <a:pt x="4131309" y="1102998"/>
                    <a:pt x="3869265" y="1102998"/>
                  </a:cubicBezTo>
                  <a:close/>
                  <a:moveTo>
                    <a:pt x="547436" y="791570"/>
                  </a:moveTo>
                  <a:lnTo>
                    <a:pt x="4106449" y="791570"/>
                  </a:lnTo>
                  <a:cubicBezTo>
                    <a:pt x="4408790" y="791570"/>
                    <a:pt x="4653885" y="1036666"/>
                    <a:pt x="4653885" y="1339006"/>
                  </a:cubicBezTo>
                  <a:lnTo>
                    <a:pt x="4653885" y="4898019"/>
                  </a:lnTo>
                  <a:cubicBezTo>
                    <a:pt x="4653885" y="5200360"/>
                    <a:pt x="4408790" y="5445455"/>
                    <a:pt x="4106449" y="5445455"/>
                  </a:cubicBezTo>
                  <a:lnTo>
                    <a:pt x="547436" y="5445455"/>
                  </a:lnTo>
                  <a:cubicBezTo>
                    <a:pt x="245095" y="5445455"/>
                    <a:pt x="0" y="5200360"/>
                    <a:pt x="0" y="4898019"/>
                  </a:cubicBezTo>
                  <a:lnTo>
                    <a:pt x="0" y="1339006"/>
                  </a:lnTo>
                  <a:cubicBezTo>
                    <a:pt x="0" y="1036666"/>
                    <a:pt x="245095" y="791570"/>
                    <a:pt x="547436" y="791570"/>
                  </a:cubicBezTo>
                  <a:close/>
                  <a:moveTo>
                    <a:pt x="1144637" y="0"/>
                  </a:moveTo>
                  <a:lnTo>
                    <a:pt x="4703649" y="0"/>
                  </a:lnTo>
                  <a:cubicBezTo>
                    <a:pt x="5005990" y="0"/>
                    <a:pt x="5251085" y="245095"/>
                    <a:pt x="5251085" y="547437"/>
                  </a:cubicBezTo>
                  <a:lnTo>
                    <a:pt x="5251085" y="4106449"/>
                  </a:lnTo>
                  <a:cubicBezTo>
                    <a:pt x="5251085" y="4370997"/>
                    <a:pt x="5063434" y="4591717"/>
                    <a:pt x="4813976" y="4642763"/>
                  </a:cubicBezTo>
                  <a:lnTo>
                    <a:pt x="4810837" y="4643080"/>
                  </a:lnTo>
                  <a:lnTo>
                    <a:pt x="4810837" y="4195294"/>
                  </a:lnTo>
                  <a:lnTo>
                    <a:pt x="4859904" y="4135824"/>
                  </a:lnTo>
                  <a:cubicBezTo>
                    <a:pt x="4911064" y="4060098"/>
                    <a:pt x="4940936" y="3968809"/>
                    <a:pt x="4940936" y="3870542"/>
                  </a:cubicBezTo>
                  <a:lnTo>
                    <a:pt x="4940936" y="785898"/>
                  </a:lnTo>
                  <a:cubicBezTo>
                    <a:pt x="4940936" y="523855"/>
                    <a:pt x="4728509" y="311428"/>
                    <a:pt x="4466465" y="311428"/>
                  </a:cubicBezTo>
                  <a:lnTo>
                    <a:pt x="1381821" y="311428"/>
                  </a:lnTo>
                  <a:cubicBezTo>
                    <a:pt x="1218044" y="311428"/>
                    <a:pt x="1073648" y="394407"/>
                    <a:pt x="988382" y="520617"/>
                  </a:cubicBezTo>
                  <a:lnTo>
                    <a:pt x="945023" y="600500"/>
                  </a:lnTo>
                  <a:lnTo>
                    <a:pt x="597200" y="600500"/>
                  </a:lnTo>
                  <a:lnTo>
                    <a:pt x="597200" y="547437"/>
                  </a:lnTo>
                  <a:cubicBezTo>
                    <a:pt x="597200" y="245095"/>
                    <a:pt x="842295" y="0"/>
                    <a:pt x="1144637"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grpSp>
        <p:nvGrpSpPr>
          <p:cNvPr id="89" name="组合 88"/>
          <p:cNvGrpSpPr/>
          <p:nvPr/>
        </p:nvGrpSpPr>
        <p:grpSpPr>
          <a:xfrm rot="0">
            <a:off x="7440930" y="2694940"/>
            <a:ext cx="1997710" cy="1231265"/>
            <a:chOff x="13808" y="4244"/>
            <a:chExt cx="3146" cy="1939"/>
          </a:xfrm>
        </p:grpSpPr>
        <p:grpSp>
          <p:nvGrpSpPr>
            <p:cNvPr id="119" name="组合 118"/>
            <p:cNvGrpSpPr>
              <a:grpSpLocks noChangeAspect="1"/>
            </p:cNvGrpSpPr>
            <p:nvPr/>
          </p:nvGrpSpPr>
          <p:grpSpPr>
            <a:xfrm rot="0">
              <a:off x="15334" y="4244"/>
              <a:ext cx="1621" cy="1916"/>
              <a:chOff x="15366" y="4167"/>
              <a:chExt cx="1620" cy="1915"/>
            </a:xfrm>
          </p:grpSpPr>
          <p:pic>
            <p:nvPicPr>
              <p:cNvPr id="115" name="图片 114"/>
              <p:cNvPicPr>
                <a:picLocks noChangeAspect="1"/>
              </p:cNvPicPr>
              <p:nvPr>
                <p:custDataLst>
                  <p:tags r:id="rId8"/>
                </p:custDataLst>
              </p:nvPr>
            </p:nvPicPr>
            <p:blipFill>
              <a:blip r:embed="rId9"/>
              <a:stretch>
                <a:fillRect/>
              </a:stretch>
            </p:blipFill>
            <p:spPr>
              <a:xfrm>
                <a:off x="15366" y="4167"/>
                <a:ext cx="1613" cy="907"/>
              </a:xfrm>
              <a:prstGeom prst="rect">
                <a:avLst/>
              </a:prstGeom>
            </p:spPr>
          </p:pic>
          <p:pic>
            <p:nvPicPr>
              <p:cNvPr id="117" name="图片 116"/>
              <p:cNvPicPr>
                <a:picLocks noChangeAspect="1"/>
              </p:cNvPicPr>
              <p:nvPr>
                <p:custDataLst>
                  <p:tags r:id="rId10"/>
                </p:custDataLst>
              </p:nvPr>
            </p:nvPicPr>
            <p:blipFill>
              <a:blip r:embed="rId11"/>
              <a:stretch>
                <a:fillRect/>
              </a:stretch>
            </p:blipFill>
            <p:spPr>
              <a:xfrm>
                <a:off x="15366" y="5176"/>
                <a:ext cx="1620" cy="907"/>
              </a:xfrm>
              <a:prstGeom prst="rect">
                <a:avLst/>
              </a:prstGeom>
            </p:spPr>
          </p:pic>
        </p:grpSp>
        <p:pic>
          <p:nvPicPr>
            <p:cNvPr id="9" name="图片 8"/>
            <p:cNvPicPr>
              <a:picLocks noChangeAspect="1"/>
            </p:cNvPicPr>
            <p:nvPr>
              <p:custDataLst>
                <p:tags r:id="rId12"/>
              </p:custDataLst>
            </p:nvPr>
          </p:nvPicPr>
          <p:blipFill>
            <a:blip r:embed="rId13"/>
            <a:stretch>
              <a:fillRect/>
            </a:stretch>
          </p:blipFill>
          <p:spPr>
            <a:xfrm>
              <a:off x="13808" y="4267"/>
              <a:ext cx="1355" cy="1916"/>
            </a:xfrm>
            <a:prstGeom prst="rect">
              <a:avLst/>
            </a:prstGeom>
            <a:ln w="3175">
              <a:solidFill>
                <a:schemeClr val="bg2"/>
              </a:solidFill>
            </a:ln>
          </p:spPr>
        </p:pic>
      </p:grpSp>
      <p:pic>
        <p:nvPicPr>
          <p:cNvPr id="10" name="图片 9"/>
          <p:cNvPicPr>
            <a:picLocks noChangeAspect="1"/>
          </p:cNvPicPr>
          <p:nvPr>
            <p:custDataLst>
              <p:tags r:id="rId14"/>
            </p:custDataLst>
          </p:nvPr>
        </p:nvPicPr>
        <p:blipFill>
          <a:blip r:embed="rId15"/>
          <a:stretch>
            <a:fillRect/>
          </a:stretch>
        </p:blipFill>
        <p:spPr>
          <a:xfrm>
            <a:off x="4555490" y="2709545"/>
            <a:ext cx="561975" cy="1216660"/>
          </a:xfrm>
          <a:prstGeom prst="rect">
            <a:avLst/>
          </a:prstGeom>
          <a:ln w="3175">
            <a:solidFill>
              <a:schemeClr val="bg1">
                <a:lumMod val="95000"/>
              </a:schemeClr>
            </a:solidFill>
          </a:ln>
        </p:spPr>
      </p:pic>
      <p:pic>
        <p:nvPicPr>
          <p:cNvPr id="75" name="图片 74" descr="课程"/>
          <p:cNvPicPr>
            <a:picLocks noChangeAspect="1"/>
          </p:cNvPicPr>
          <p:nvPr>
            <p:custDataLst>
              <p:tags r:id="rId16"/>
            </p:custDataLst>
          </p:nvPr>
        </p:nvPicPr>
        <p:blipFill>
          <a:blip r:embed="rId17"/>
          <a:stretch>
            <a:fillRect/>
          </a:stretch>
        </p:blipFill>
        <p:spPr>
          <a:xfrm>
            <a:off x="5223510" y="2709545"/>
            <a:ext cx="561340" cy="1216660"/>
          </a:xfrm>
          <a:prstGeom prst="rect">
            <a:avLst/>
          </a:prstGeom>
          <a:ln w="3175">
            <a:solidFill>
              <a:schemeClr val="bg1">
                <a:lumMod val="95000"/>
              </a:schemeClr>
            </a:solidFill>
          </a:ln>
        </p:spPr>
      </p:pic>
      <p:pic>
        <p:nvPicPr>
          <p:cNvPr id="80" name="图片 79" descr="学习-题库"/>
          <p:cNvPicPr>
            <a:picLocks noChangeAspect="1"/>
          </p:cNvPicPr>
          <p:nvPr>
            <p:custDataLst>
              <p:tags r:id="rId18"/>
            </p:custDataLst>
          </p:nvPr>
        </p:nvPicPr>
        <p:blipFill>
          <a:blip r:embed="rId19"/>
          <a:stretch>
            <a:fillRect/>
          </a:stretch>
        </p:blipFill>
        <p:spPr>
          <a:xfrm>
            <a:off x="5890895" y="2704465"/>
            <a:ext cx="561340" cy="1216660"/>
          </a:xfrm>
          <a:prstGeom prst="rect">
            <a:avLst/>
          </a:prstGeom>
          <a:ln w="3175">
            <a:solidFill>
              <a:schemeClr val="bg1">
                <a:lumMod val="95000"/>
              </a:schemeClr>
            </a:solidFill>
          </a:ln>
        </p:spPr>
      </p:pic>
      <p:pic>
        <p:nvPicPr>
          <p:cNvPr id="83" name="图片 82" descr="我的"/>
          <p:cNvPicPr>
            <a:picLocks noChangeAspect="1"/>
          </p:cNvPicPr>
          <p:nvPr>
            <p:custDataLst>
              <p:tags r:id="rId20"/>
            </p:custDataLst>
          </p:nvPr>
        </p:nvPicPr>
        <p:blipFill>
          <a:blip r:embed="rId21"/>
          <a:stretch>
            <a:fillRect/>
          </a:stretch>
        </p:blipFill>
        <p:spPr>
          <a:xfrm>
            <a:off x="6558280" y="2709545"/>
            <a:ext cx="561340" cy="1216660"/>
          </a:xfrm>
          <a:prstGeom prst="rect">
            <a:avLst/>
          </a:prstGeom>
          <a:ln w="3175">
            <a:solidFill>
              <a:schemeClr val="bg1">
                <a:lumMod val="95000"/>
              </a:schemeClr>
            </a:solidFill>
          </a:ln>
        </p:spPr>
      </p:pic>
      <p:pic>
        <p:nvPicPr>
          <p:cNvPr id="59" name="图片 58"/>
          <p:cNvPicPr>
            <a:picLocks noChangeAspect="1"/>
          </p:cNvPicPr>
          <p:nvPr>
            <p:custDataLst>
              <p:tags r:id="rId22"/>
            </p:custDataLst>
          </p:nvPr>
        </p:nvPicPr>
        <p:blipFill>
          <a:blip r:embed="rId23"/>
          <a:stretch>
            <a:fillRect/>
          </a:stretch>
        </p:blipFill>
        <p:spPr>
          <a:xfrm>
            <a:off x="2185035" y="2709545"/>
            <a:ext cx="1951990" cy="1216660"/>
          </a:xfrm>
          <a:prstGeom prst="rect">
            <a:avLst/>
          </a:prstGeom>
        </p:spPr>
      </p:pic>
      <p:sp>
        <p:nvSpPr>
          <p:cNvPr id="3" name="矩形 2"/>
          <p:cNvSpPr/>
          <p:nvPr/>
        </p:nvSpPr>
        <p:spPr>
          <a:xfrm>
            <a:off x="9671685" y="4415790"/>
            <a:ext cx="1598930" cy="93281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a:solidFill>
                <a:srgbClr val="000000"/>
              </a:solidFill>
              <a:latin typeface="微软雅黑" panose="020B0503020204020204" pitchFamily="34" charset="-122"/>
              <a:ea typeface="微软雅黑" panose="020B0503020204020204" pitchFamily="34" charset="-122"/>
              <a:cs typeface="+mj-cs"/>
            </a:endParaRPr>
          </a:p>
        </p:txBody>
      </p:sp>
      <p:sp>
        <p:nvSpPr>
          <p:cNvPr id="74" name="矩形 73"/>
          <p:cNvSpPr/>
          <p:nvPr/>
        </p:nvSpPr>
        <p:spPr>
          <a:xfrm>
            <a:off x="9665335" y="2628265"/>
            <a:ext cx="1605280" cy="1727835"/>
          </a:xfrm>
          <a:prstGeom prst="rect">
            <a:avLst/>
          </a:prstGeom>
          <a:solidFill>
            <a:schemeClr val="bg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hangingPunct="0"/>
            <a:endParaRPr lang="en-US" dirty="0">
              <a:solidFill>
                <a:srgbClr val="000000"/>
              </a:solidFill>
              <a:latin typeface="微软雅黑" panose="020B0503020204020204" pitchFamily="34" charset="-122"/>
              <a:ea typeface="微软雅黑" panose="020B0503020204020204" pitchFamily="34" charset="-122"/>
              <a:cs typeface="+mj-cs"/>
            </a:endParaRPr>
          </a:p>
        </p:txBody>
      </p:sp>
      <p:grpSp>
        <p:nvGrpSpPr>
          <p:cNvPr id="93" name="组合 92"/>
          <p:cNvGrpSpPr/>
          <p:nvPr/>
        </p:nvGrpSpPr>
        <p:grpSpPr>
          <a:xfrm rot="0">
            <a:off x="9837420" y="2694940"/>
            <a:ext cx="1261110" cy="1588135"/>
            <a:chOff x="15129" y="4244"/>
            <a:chExt cx="1986" cy="2501"/>
          </a:xfrm>
        </p:grpSpPr>
        <p:grpSp>
          <p:nvGrpSpPr>
            <p:cNvPr id="76" name="组合 75"/>
            <p:cNvGrpSpPr/>
            <p:nvPr/>
          </p:nvGrpSpPr>
          <p:grpSpPr>
            <a:xfrm rot="0">
              <a:off x="15404" y="6359"/>
              <a:ext cx="1562" cy="386"/>
              <a:chOff x="14118" y="5980"/>
              <a:chExt cx="1562" cy="386"/>
            </a:xfrm>
          </p:grpSpPr>
          <p:sp>
            <p:nvSpPr>
              <p:cNvPr id="77" name="文本框 76"/>
              <p:cNvSpPr txBox="1"/>
              <p:nvPr/>
            </p:nvSpPr>
            <p:spPr>
              <a:xfrm>
                <a:off x="14336" y="5980"/>
                <a:ext cx="1344" cy="386"/>
              </a:xfrm>
              <a:prstGeom prst="rect">
                <a:avLst/>
              </a:prstGeom>
              <a:noFill/>
            </p:spPr>
            <p:txBody>
              <a:bodyPr wrap="square" rtlCol="0">
                <a:sp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algn="ctr"/>
                <a:r>
                  <a:rPr lang="zh-CN" altLang="en-US" sz="1000" dirty="0">
                    <a:solidFill>
                      <a:srgbClr val="220557"/>
                    </a:solidFill>
                  </a:rPr>
                  <a:t>线上题库</a:t>
                </a:r>
                <a:endParaRPr lang="zh-CN" altLang="en-US" sz="1000" dirty="0">
                  <a:solidFill>
                    <a:srgbClr val="220557"/>
                  </a:solidFill>
                </a:endParaRPr>
              </a:p>
            </p:txBody>
          </p:sp>
          <p:sp>
            <p:nvSpPr>
              <p:cNvPr id="78" name="任意多边形 61"/>
              <p:cNvSpPr>
                <a:spLocks noChangeAspect="1"/>
              </p:cNvSpPr>
              <p:nvPr/>
            </p:nvSpPr>
            <p:spPr>
              <a:xfrm>
                <a:off x="14118" y="5999"/>
                <a:ext cx="335" cy="348"/>
              </a:xfrm>
              <a:custGeom>
                <a:avLst/>
                <a:gdLst>
                  <a:gd name="connsiteX0" fmla="*/ 310150 w 5251085"/>
                  <a:gd name="connsiteY0" fmla="*/ 2330220 h 5445455"/>
                  <a:gd name="connsiteX1" fmla="*/ 310150 w 5251085"/>
                  <a:gd name="connsiteY1" fmla="*/ 4662112 h 5445455"/>
                  <a:gd name="connsiteX2" fmla="*/ 784621 w 5251085"/>
                  <a:gd name="connsiteY2" fmla="*/ 5136584 h 5445455"/>
                  <a:gd name="connsiteX3" fmla="*/ 3869265 w 5251085"/>
                  <a:gd name="connsiteY3" fmla="*/ 5136584 h 5445455"/>
                  <a:gd name="connsiteX4" fmla="*/ 4343736 w 5251085"/>
                  <a:gd name="connsiteY4" fmla="*/ 4662112 h 5445455"/>
                  <a:gd name="connsiteX5" fmla="*/ 4343736 w 5251085"/>
                  <a:gd name="connsiteY5" fmla="*/ 2330220 h 5445455"/>
                  <a:gd name="connsiteX6" fmla="*/ 3458502 w 5251085"/>
                  <a:gd name="connsiteY6" fmla="*/ 1448435 h 5445455"/>
                  <a:gd name="connsiteX7" fmla="*/ 3782502 w 5251085"/>
                  <a:gd name="connsiteY7" fmla="*/ 1448435 h 5445455"/>
                  <a:gd name="connsiteX8" fmla="*/ 3782502 w 5251085"/>
                  <a:gd name="connsiteY8" fmla="*/ 1772435 h 5445455"/>
                  <a:gd name="connsiteX9" fmla="*/ 3458502 w 5251085"/>
                  <a:gd name="connsiteY9" fmla="*/ 1772435 h 5445455"/>
                  <a:gd name="connsiteX10" fmla="*/ 621082 w 5251085"/>
                  <a:gd name="connsiteY10" fmla="*/ 1448435 h 5445455"/>
                  <a:gd name="connsiteX11" fmla="*/ 3141082 w 5251085"/>
                  <a:gd name="connsiteY11" fmla="*/ 1448435 h 5445455"/>
                  <a:gd name="connsiteX12" fmla="*/ 3141082 w 5251085"/>
                  <a:gd name="connsiteY12" fmla="*/ 1772435 h 5445455"/>
                  <a:gd name="connsiteX13" fmla="*/ 621082 w 5251085"/>
                  <a:gd name="connsiteY13" fmla="*/ 1772435 h 5445455"/>
                  <a:gd name="connsiteX14" fmla="*/ 784621 w 5251085"/>
                  <a:gd name="connsiteY14" fmla="*/ 1102998 h 5445455"/>
                  <a:gd name="connsiteX15" fmla="*/ 310150 w 5251085"/>
                  <a:gd name="connsiteY15" fmla="*/ 1577468 h 5445455"/>
                  <a:gd name="connsiteX16" fmla="*/ 310150 w 5251085"/>
                  <a:gd name="connsiteY16" fmla="*/ 2006220 h 5445455"/>
                  <a:gd name="connsiteX17" fmla="*/ 4343736 w 5251085"/>
                  <a:gd name="connsiteY17" fmla="*/ 2006220 h 5445455"/>
                  <a:gd name="connsiteX18" fmla="*/ 4343736 w 5251085"/>
                  <a:gd name="connsiteY18" fmla="*/ 1577468 h 5445455"/>
                  <a:gd name="connsiteX19" fmla="*/ 3869265 w 5251085"/>
                  <a:gd name="connsiteY19" fmla="*/ 1102998 h 5445455"/>
                  <a:gd name="connsiteX20" fmla="*/ 547436 w 5251085"/>
                  <a:gd name="connsiteY20" fmla="*/ 791570 h 5445455"/>
                  <a:gd name="connsiteX21" fmla="*/ 4106449 w 5251085"/>
                  <a:gd name="connsiteY21" fmla="*/ 791570 h 5445455"/>
                  <a:gd name="connsiteX22" fmla="*/ 4653885 w 5251085"/>
                  <a:gd name="connsiteY22" fmla="*/ 1339006 h 5445455"/>
                  <a:gd name="connsiteX23" fmla="*/ 4653885 w 5251085"/>
                  <a:gd name="connsiteY23" fmla="*/ 4898019 h 5445455"/>
                  <a:gd name="connsiteX24" fmla="*/ 4106449 w 5251085"/>
                  <a:gd name="connsiteY24" fmla="*/ 5445455 h 5445455"/>
                  <a:gd name="connsiteX25" fmla="*/ 547436 w 5251085"/>
                  <a:gd name="connsiteY25" fmla="*/ 5445455 h 5445455"/>
                  <a:gd name="connsiteX26" fmla="*/ 0 w 5251085"/>
                  <a:gd name="connsiteY26" fmla="*/ 4898019 h 5445455"/>
                  <a:gd name="connsiteX27" fmla="*/ 0 w 5251085"/>
                  <a:gd name="connsiteY27" fmla="*/ 1339006 h 5445455"/>
                  <a:gd name="connsiteX28" fmla="*/ 547436 w 5251085"/>
                  <a:gd name="connsiteY28" fmla="*/ 791570 h 5445455"/>
                  <a:gd name="connsiteX29" fmla="*/ 1144637 w 5251085"/>
                  <a:gd name="connsiteY29" fmla="*/ 0 h 5445455"/>
                  <a:gd name="connsiteX30" fmla="*/ 4703649 w 5251085"/>
                  <a:gd name="connsiteY30" fmla="*/ 0 h 5445455"/>
                  <a:gd name="connsiteX31" fmla="*/ 5251085 w 5251085"/>
                  <a:gd name="connsiteY31" fmla="*/ 547437 h 5445455"/>
                  <a:gd name="connsiteX32" fmla="*/ 5251085 w 5251085"/>
                  <a:gd name="connsiteY32" fmla="*/ 4106449 h 5445455"/>
                  <a:gd name="connsiteX33" fmla="*/ 4813976 w 5251085"/>
                  <a:gd name="connsiteY33" fmla="*/ 4642763 h 5445455"/>
                  <a:gd name="connsiteX34" fmla="*/ 4810837 w 5251085"/>
                  <a:gd name="connsiteY34" fmla="*/ 4643080 h 5445455"/>
                  <a:gd name="connsiteX35" fmla="*/ 4810837 w 5251085"/>
                  <a:gd name="connsiteY35" fmla="*/ 4195294 h 5445455"/>
                  <a:gd name="connsiteX36" fmla="*/ 4859904 w 5251085"/>
                  <a:gd name="connsiteY36" fmla="*/ 4135824 h 5445455"/>
                  <a:gd name="connsiteX37" fmla="*/ 4940936 w 5251085"/>
                  <a:gd name="connsiteY37" fmla="*/ 3870542 h 5445455"/>
                  <a:gd name="connsiteX38" fmla="*/ 4940936 w 5251085"/>
                  <a:gd name="connsiteY38" fmla="*/ 785898 h 5445455"/>
                  <a:gd name="connsiteX39" fmla="*/ 4466465 w 5251085"/>
                  <a:gd name="connsiteY39" fmla="*/ 311428 h 5445455"/>
                  <a:gd name="connsiteX40" fmla="*/ 1381821 w 5251085"/>
                  <a:gd name="connsiteY40" fmla="*/ 311428 h 5445455"/>
                  <a:gd name="connsiteX41" fmla="*/ 988382 w 5251085"/>
                  <a:gd name="connsiteY41" fmla="*/ 520617 h 5445455"/>
                  <a:gd name="connsiteX42" fmla="*/ 945023 w 5251085"/>
                  <a:gd name="connsiteY42" fmla="*/ 600500 h 5445455"/>
                  <a:gd name="connsiteX43" fmla="*/ 597200 w 5251085"/>
                  <a:gd name="connsiteY43" fmla="*/ 600500 h 5445455"/>
                  <a:gd name="connsiteX44" fmla="*/ 597200 w 5251085"/>
                  <a:gd name="connsiteY44" fmla="*/ 547437 h 5445455"/>
                  <a:gd name="connsiteX45" fmla="*/ 1144637 w 5251085"/>
                  <a:gd name="connsiteY45" fmla="*/ 0 h 544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251085" h="5445455">
                    <a:moveTo>
                      <a:pt x="310150" y="2330220"/>
                    </a:moveTo>
                    <a:lnTo>
                      <a:pt x="310150" y="4662112"/>
                    </a:lnTo>
                    <a:cubicBezTo>
                      <a:pt x="310150" y="4924156"/>
                      <a:pt x="522578" y="5136584"/>
                      <a:pt x="784621" y="5136584"/>
                    </a:cubicBezTo>
                    <a:lnTo>
                      <a:pt x="3869265" y="5136584"/>
                    </a:lnTo>
                    <a:cubicBezTo>
                      <a:pt x="4131309" y="5136584"/>
                      <a:pt x="4343736" y="4924156"/>
                      <a:pt x="4343736" y="4662112"/>
                    </a:cubicBezTo>
                    <a:lnTo>
                      <a:pt x="4343736" y="2330220"/>
                    </a:lnTo>
                    <a:close/>
                    <a:moveTo>
                      <a:pt x="3458502" y="1448435"/>
                    </a:moveTo>
                    <a:lnTo>
                      <a:pt x="3782502" y="1448435"/>
                    </a:lnTo>
                    <a:lnTo>
                      <a:pt x="3782502" y="1772435"/>
                    </a:lnTo>
                    <a:lnTo>
                      <a:pt x="3458502" y="1772435"/>
                    </a:lnTo>
                    <a:close/>
                    <a:moveTo>
                      <a:pt x="621082" y="1448435"/>
                    </a:moveTo>
                    <a:lnTo>
                      <a:pt x="3141082" y="1448435"/>
                    </a:lnTo>
                    <a:lnTo>
                      <a:pt x="3141082" y="1772435"/>
                    </a:lnTo>
                    <a:lnTo>
                      <a:pt x="621082" y="1772435"/>
                    </a:lnTo>
                    <a:close/>
                    <a:moveTo>
                      <a:pt x="784621" y="1102998"/>
                    </a:moveTo>
                    <a:cubicBezTo>
                      <a:pt x="522578" y="1102998"/>
                      <a:pt x="310150" y="1315425"/>
                      <a:pt x="310150" y="1577468"/>
                    </a:cubicBezTo>
                    <a:lnTo>
                      <a:pt x="310150" y="2006220"/>
                    </a:lnTo>
                    <a:lnTo>
                      <a:pt x="4343736" y="2006220"/>
                    </a:lnTo>
                    <a:lnTo>
                      <a:pt x="4343736" y="1577468"/>
                    </a:lnTo>
                    <a:cubicBezTo>
                      <a:pt x="4343736" y="1315425"/>
                      <a:pt x="4131309" y="1102998"/>
                      <a:pt x="3869265" y="1102998"/>
                    </a:cubicBezTo>
                    <a:close/>
                    <a:moveTo>
                      <a:pt x="547436" y="791570"/>
                    </a:moveTo>
                    <a:lnTo>
                      <a:pt x="4106449" y="791570"/>
                    </a:lnTo>
                    <a:cubicBezTo>
                      <a:pt x="4408790" y="791570"/>
                      <a:pt x="4653885" y="1036666"/>
                      <a:pt x="4653885" y="1339006"/>
                    </a:cubicBezTo>
                    <a:lnTo>
                      <a:pt x="4653885" y="4898019"/>
                    </a:lnTo>
                    <a:cubicBezTo>
                      <a:pt x="4653885" y="5200360"/>
                      <a:pt x="4408790" y="5445455"/>
                      <a:pt x="4106449" y="5445455"/>
                    </a:cubicBezTo>
                    <a:lnTo>
                      <a:pt x="547436" y="5445455"/>
                    </a:lnTo>
                    <a:cubicBezTo>
                      <a:pt x="245095" y="5445455"/>
                      <a:pt x="0" y="5200360"/>
                      <a:pt x="0" y="4898019"/>
                    </a:cubicBezTo>
                    <a:lnTo>
                      <a:pt x="0" y="1339006"/>
                    </a:lnTo>
                    <a:cubicBezTo>
                      <a:pt x="0" y="1036666"/>
                      <a:pt x="245095" y="791570"/>
                      <a:pt x="547436" y="791570"/>
                    </a:cubicBezTo>
                    <a:close/>
                    <a:moveTo>
                      <a:pt x="1144637" y="0"/>
                    </a:moveTo>
                    <a:lnTo>
                      <a:pt x="4703649" y="0"/>
                    </a:lnTo>
                    <a:cubicBezTo>
                      <a:pt x="5005990" y="0"/>
                      <a:pt x="5251085" y="245095"/>
                      <a:pt x="5251085" y="547437"/>
                    </a:cubicBezTo>
                    <a:lnTo>
                      <a:pt x="5251085" y="4106449"/>
                    </a:lnTo>
                    <a:cubicBezTo>
                      <a:pt x="5251085" y="4370997"/>
                      <a:pt x="5063434" y="4591717"/>
                      <a:pt x="4813976" y="4642763"/>
                    </a:cubicBezTo>
                    <a:lnTo>
                      <a:pt x="4810837" y="4643080"/>
                    </a:lnTo>
                    <a:lnTo>
                      <a:pt x="4810837" y="4195294"/>
                    </a:lnTo>
                    <a:lnTo>
                      <a:pt x="4859904" y="4135824"/>
                    </a:lnTo>
                    <a:cubicBezTo>
                      <a:pt x="4911064" y="4060098"/>
                      <a:pt x="4940936" y="3968809"/>
                      <a:pt x="4940936" y="3870542"/>
                    </a:cubicBezTo>
                    <a:lnTo>
                      <a:pt x="4940936" y="785898"/>
                    </a:lnTo>
                    <a:cubicBezTo>
                      <a:pt x="4940936" y="523855"/>
                      <a:pt x="4728509" y="311428"/>
                      <a:pt x="4466465" y="311428"/>
                    </a:cubicBezTo>
                    <a:lnTo>
                      <a:pt x="1381821" y="311428"/>
                    </a:lnTo>
                    <a:cubicBezTo>
                      <a:pt x="1218044" y="311428"/>
                      <a:pt x="1073648" y="394407"/>
                      <a:pt x="988382" y="520617"/>
                    </a:cubicBezTo>
                    <a:lnTo>
                      <a:pt x="945023" y="600500"/>
                    </a:lnTo>
                    <a:lnTo>
                      <a:pt x="597200" y="600500"/>
                    </a:lnTo>
                    <a:lnTo>
                      <a:pt x="597200" y="547437"/>
                    </a:lnTo>
                    <a:cubicBezTo>
                      <a:pt x="597200" y="245095"/>
                      <a:pt x="842295" y="0"/>
                      <a:pt x="1144637" y="0"/>
                    </a:cubicBezTo>
                    <a:close/>
                  </a:path>
                </a:pathLst>
              </a:custGeom>
              <a:solidFill>
                <a:srgbClr val="FF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pic>
          <p:nvPicPr>
            <p:cNvPr id="91" name="图片 90" descr="训练营-答题-单选"/>
            <p:cNvPicPr>
              <a:picLocks noChangeAspect="1"/>
            </p:cNvPicPr>
            <p:nvPr>
              <p:custDataLst>
                <p:tags r:id="rId24"/>
              </p:custDataLst>
            </p:nvPr>
          </p:nvPicPr>
          <p:blipFill>
            <a:blip r:embed="rId25"/>
            <a:stretch>
              <a:fillRect/>
            </a:stretch>
          </p:blipFill>
          <p:spPr>
            <a:xfrm>
              <a:off x="15129" y="4244"/>
              <a:ext cx="885" cy="1916"/>
            </a:xfrm>
            <a:prstGeom prst="rect">
              <a:avLst/>
            </a:prstGeom>
          </p:spPr>
        </p:pic>
        <p:pic>
          <p:nvPicPr>
            <p:cNvPr id="92" name="图片 91" descr="课程-考试报告（已通过）"/>
            <p:cNvPicPr>
              <a:picLocks noChangeAspect="1"/>
            </p:cNvPicPr>
            <p:nvPr>
              <p:custDataLst>
                <p:tags r:id="rId26"/>
              </p:custDataLst>
            </p:nvPr>
          </p:nvPicPr>
          <p:blipFill>
            <a:blip r:embed="rId27"/>
            <a:stretch>
              <a:fillRect/>
            </a:stretch>
          </p:blipFill>
          <p:spPr>
            <a:xfrm>
              <a:off x="16231" y="4244"/>
              <a:ext cx="885" cy="1916"/>
            </a:xfrm>
            <a:prstGeom prst="rect">
              <a:avLst/>
            </a:prstGeom>
          </p:spPr>
        </p:pic>
      </p:grpSp>
      <p:sp>
        <p:nvSpPr>
          <p:cNvPr id="96" name="文本框 95"/>
          <p:cNvSpPr txBox="1"/>
          <p:nvPr/>
        </p:nvSpPr>
        <p:spPr>
          <a:xfrm>
            <a:off x="9689148" y="4465955"/>
            <a:ext cx="1503045" cy="408940"/>
          </a:xfrm>
          <a:prstGeom prst="rect">
            <a:avLst/>
          </a:prstGeom>
          <a:noFill/>
        </p:spPr>
        <p:txBody>
          <a:bodyPr wrap="square" rtlCol="0" anchor="t">
            <a:no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marL="171450" lvl="0" indent="-171450" algn="l">
              <a:buClrTx/>
              <a:buSzTx/>
              <a:buFont typeface="Arial" panose="020B0604020202020204" pitchFamily="34" charset="0"/>
              <a:buChar char="•"/>
            </a:pPr>
            <a:r>
              <a:rPr lang="zh-CN" sz="1000">
                <a:sym typeface="+mn-ea"/>
              </a:rPr>
              <a:t>以系列短视频展示的核心知识内容为基础</a:t>
            </a:r>
            <a:endParaRPr lang="zh-CN" sz="1000">
              <a:sym typeface="+mn-ea"/>
            </a:endParaRPr>
          </a:p>
        </p:txBody>
      </p:sp>
      <p:sp>
        <p:nvSpPr>
          <p:cNvPr id="97" name="文本框 96"/>
          <p:cNvSpPr txBox="1"/>
          <p:nvPr/>
        </p:nvSpPr>
        <p:spPr>
          <a:xfrm>
            <a:off x="9689465" y="4880610"/>
            <a:ext cx="1503680" cy="368300"/>
          </a:xfrm>
          <a:prstGeom prst="rect">
            <a:avLst/>
          </a:prstGeom>
          <a:noFill/>
        </p:spPr>
        <p:txBody>
          <a:bodyPr wrap="square" rtlCol="0" anchor="t">
            <a:noAutofit/>
          </a:bodyPr>
          <a:lstStyle>
            <a:defPPr>
              <a:defRPr lang="zh-CN"/>
            </a:defPPr>
            <a:lvl1pPr algn="ctr">
              <a:defRPr sz="800">
                <a:solidFill>
                  <a:srgbClr val="220557"/>
                </a:solidFill>
                <a:latin typeface="微软雅黑" panose="020B0503020204020204" pitchFamily="34" charset="-122"/>
                <a:ea typeface="微软雅黑" panose="020B0503020204020204" pitchFamily="34" charset="-122"/>
                <a:cs typeface="+mn-ea"/>
              </a:defRPr>
            </a:lvl1pPr>
          </a:lstStyle>
          <a:p>
            <a:pPr marL="171450" lvl="0" indent="-171450" algn="l">
              <a:buClrTx/>
              <a:buSzTx/>
              <a:buFont typeface="Arial" panose="020B0604020202020204" pitchFamily="34" charset="0"/>
              <a:buChar char="•"/>
            </a:pPr>
            <a:r>
              <a:rPr lang="zh-CN" sz="1000">
                <a:sym typeface="+mn-ea"/>
              </a:rPr>
              <a:t>为基层灾害信息员开展测试提供</a:t>
            </a:r>
            <a:r>
              <a:rPr lang="zh-CN" sz="1000">
                <a:sym typeface="+mn-ea"/>
              </a:rPr>
              <a:t>权威</a:t>
            </a:r>
            <a:r>
              <a:rPr lang="zh-CN" sz="1000">
                <a:sym typeface="+mn-ea"/>
              </a:rPr>
              <a:t>工具</a:t>
            </a:r>
            <a:endParaRPr lang="zh-CN" sz="100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53" name="文本框 52"/>
          <p:cNvSpPr txBox="1"/>
          <p:nvPr/>
        </p:nvSpPr>
        <p:spPr>
          <a:xfrm>
            <a:off x="668020" y="295275"/>
            <a:ext cx="4030345" cy="953135"/>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rPr>
              <a:t>总体设计</a:t>
            </a:r>
            <a:endParaRPr lang="zh-CN" altLang="en-US" sz="2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sz="1000"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1000" b="1" dirty="0">
              <a:solidFill>
                <a:srgbClr val="EBEFFD"/>
              </a:solidFill>
              <a:latin typeface="微软雅黑" panose="020B0503020204020204" pitchFamily="34" charset="-122"/>
              <a:ea typeface="微软雅黑" panose="020B0503020204020204" pitchFamily="34" charset="-122"/>
              <a:cs typeface="+mn-ea"/>
              <a:sym typeface="+mn-lt"/>
            </a:endParaRPr>
          </a:p>
        </p:txBody>
      </p:sp>
      <p:sp>
        <p:nvSpPr>
          <p:cNvPr id="55" name="矩形 54"/>
          <p:cNvSpPr/>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3</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nvSpPr>
        <p:spPr>
          <a:xfrm>
            <a:off x="798830" y="783590"/>
            <a:ext cx="2367280" cy="398780"/>
          </a:xfrm>
          <a:prstGeom prst="rect">
            <a:avLst/>
          </a:prstGeom>
          <a:noFill/>
        </p:spPr>
        <p:txBody>
          <a:bodyPr wrap="square" rtlCol="0" anchor="t">
            <a:spAutoFit/>
          </a:bodyPr>
          <a:lstStyle/>
          <a:p>
            <a:r>
              <a:rPr lang="zh-CN" altLang="en-US" sz="2000" b="1" dirty="0">
                <a:solidFill>
                  <a:srgbClr val="3674F1"/>
                </a:solidFill>
                <a:latin typeface="微软雅黑" panose="020B0503020204020204" pitchFamily="34" charset="-122"/>
                <a:ea typeface="微软雅黑" panose="020B0503020204020204" pitchFamily="34" charset="-122"/>
              </a:rPr>
              <a:t>平台规划</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pic>
        <p:nvPicPr>
          <p:cNvPr id="87" name="图片 86" descr="0920-功能模块"/>
          <p:cNvPicPr>
            <a:picLocks noChangeAspect="1"/>
          </p:cNvPicPr>
          <p:nvPr/>
        </p:nvPicPr>
        <p:blipFill>
          <a:blip r:embed="rId2"/>
          <a:srcRect b="50097"/>
          <a:stretch>
            <a:fillRect/>
          </a:stretch>
        </p:blipFill>
        <p:spPr>
          <a:xfrm>
            <a:off x="3175635" y="1696085"/>
            <a:ext cx="5760000" cy="2152081"/>
          </a:xfrm>
          <a:prstGeom prst="rect">
            <a:avLst/>
          </a:prstGeom>
        </p:spPr>
      </p:pic>
      <p:pic>
        <p:nvPicPr>
          <p:cNvPr id="88" name="图片 87" descr="0920-功能模块"/>
          <p:cNvPicPr>
            <a:picLocks noChangeAspect="1"/>
          </p:cNvPicPr>
          <p:nvPr/>
        </p:nvPicPr>
        <p:blipFill>
          <a:blip r:embed="rId2"/>
          <a:srcRect t="50097"/>
          <a:stretch>
            <a:fillRect/>
          </a:stretch>
        </p:blipFill>
        <p:spPr>
          <a:xfrm>
            <a:off x="3175635" y="3945890"/>
            <a:ext cx="5760000" cy="2152081"/>
          </a:xfrm>
          <a:prstGeom prst="rect">
            <a:avLst/>
          </a:prstGeom>
        </p:spPr>
      </p:pic>
      <p:grpSp>
        <p:nvGrpSpPr>
          <p:cNvPr id="10" name="组合 9"/>
          <p:cNvGrpSpPr/>
          <p:nvPr/>
        </p:nvGrpSpPr>
        <p:grpSpPr>
          <a:xfrm>
            <a:off x="9199245" y="2297430"/>
            <a:ext cx="283210" cy="3344545"/>
            <a:chOff x="7585" y="3770"/>
            <a:chExt cx="446" cy="5267"/>
          </a:xfrm>
        </p:grpSpPr>
        <p:cxnSp>
          <p:nvCxnSpPr>
            <p:cNvPr id="3" name="直接箭头连接符 56"/>
            <p:cNvCxnSpPr/>
            <p:nvPr>
              <p:custDataLst>
                <p:tags r:id="rId3"/>
              </p:custDataLst>
            </p:nvPr>
          </p:nvCxnSpPr>
          <p:spPr>
            <a:xfrm>
              <a:off x="7585" y="3770"/>
              <a:ext cx="447"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4" name="直接箭头连接符 58"/>
            <p:cNvCxnSpPr/>
            <p:nvPr>
              <p:custDataLst>
                <p:tags r:id="rId4"/>
              </p:custDataLst>
            </p:nvPr>
          </p:nvCxnSpPr>
          <p:spPr>
            <a:xfrm>
              <a:off x="7585" y="7271"/>
              <a:ext cx="447"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5" name="直接箭头连接符 56"/>
            <p:cNvCxnSpPr/>
            <p:nvPr>
              <p:custDataLst>
                <p:tags r:id="rId5"/>
              </p:custDataLst>
            </p:nvPr>
          </p:nvCxnSpPr>
          <p:spPr>
            <a:xfrm>
              <a:off x="7585" y="5466"/>
              <a:ext cx="447"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6" name="直接箭头连接符 58"/>
            <p:cNvCxnSpPr/>
            <p:nvPr>
              <p:custDataLst>
                <p:tags r:id="rId6"/>
              </p:custDataLst>
            </p:nvPr>
          </p:nvCxnSpPr>
          <p:spPr>
            <a:xfrm>
              <a:off x="7585" y="9037"/>
              <a:ext cx="447"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pic>
        <p:nvPicPr>
          <p:cNvPr id="9" name="图片 8" descr="0920-__"/>
          <p:cNvPicPr>
            <a:picLocks noChangeAspect="1"/>
          </p:cNvPicPr>
          <p:nvPr/>
        </p:nvPicPr>
        <p:blipFill>
          <a:blip r:embed="rId7"/>
          <a:stretch>
            <a:fillRect/>
          </a:stretch>
        </p:blipFill>
        <p:spPr>
          <a:xfrm>
            <a:off x="9678035" y="1694815"/>
            <a:ext cx="1953539" cy="4402800"/>
          </a:xfrm>
          <a:prstGeom prst="rect">
            <a:avLst/>
          </a:prstGeom>
        </p:spPr>
      </p:pic>
      <p:sp>
        <p:nvSpPr>
          <p:cNvPr id="65" name="文本框 64"/>
          <p:cNvSpPr txBox="1"/>
          <p:nvPr>
            <p:custDataLst>
              <p:tags r:id="rId8"/>
            </p:custDataLst>
          </p:nvPr>
        </p:nvSpPr>
        <p:spPr>
          <a:xfrm>
            <a:off x="897890" y="1955165"/>
            <a:ext cx="1440180" cy="275590"/>
          </a:xfrm>
          <a:prstGeom prst="rect">
            <a:avLst/>
          </a:prstGeom>
          <a:noFill/>
          <a:ln>
            <a:solidFill>
              <a:srgbClr val="103F8B"/>
            </a:solidFill>
          </a:ln>
        </p:spPr>
        <p:txBody>
          <a:bodyPr wrap="square" rtlCol="0">
            <a:spAutoFit/>
          </a:bodyPr>
          <a:p>
            <a:r>
              <a:rPr kumimoji="1" lang="zh-CN" altLang="en-US" sz="1200" dirty="0">
                <a:latin typeface="微软雅黑" panose="020B0503020204020204" pitchFamily="34" charset="-122"/>
                <a:ea typeface="微软雅黑" panose="020B0503020204020204" pitchFamily="34" charset="-122"/>
              </a:rPr>
              <a:t>线上视频学习</a:t>
            </a:r>
            <a:endParaRPr kumimoji="1" lang="zh-CN" altLang="en-US" sz="1200" dirty="0">
              <a:latin typeface="微软雅黑" panose="020B0503020204020204" pitchFamily="34" charset="-122"/>
              <a:ea typeface="微软雅黑" panose="020B0503020204020204" pitchFamily="34" charset="-122"/>
            </a:endParaRPr>
          </a:p>
        </p:txBody>
      </p:sp>
      <p:sp>
        <p:nvSpPr>
          <p:cNvPr id="71" name="文本框 70"/>
          <p:cNvSpPr txBox="1"/>
          <p:nvPr>
            <p:custDataLst>
              <p:tags r:id="rId9"/>
            </p:custDataLst>
          </p:nvPr>
        </p:nvSpPr>
        <p:spPr>
          <a:xfrm>
            <a:off x="897890" y="2569845"/>
            <a:ext cx="1440180" cy="275590"/>
          </a:xfrm>
          <a:prstGeom prst="rect">
            <a:avLst/>
          </a:prstGeom>
          <a:noFill/>
          <a:ln>
            <a:solidFill>
              <a:srgbClr val="103F8B"/>
            </a:solidFill>
          </a:ln>
        </p:spPr>
        <p:txBody>
          <a:bodyPr wrap="square" rtlCol="0">
            <a:spAutoFit/>
          </a:bodyPr>
          <a:p>
            <a:r>
              <a:rPr kumimoji="1" lang="zh-CN" altLang="en-US" sz="1200" dirty="0">
                <a:latin typeface="微软雅黑" panose="020B0503020204020204" pitchFamily="34" charset="-122"/>
                <a:ea typeface="微软雅黑" panose="020B0503020204020204" pitchFamily="34" charset="-122"/>
                <a:sym typeface="+mn-ea"/>
              </a:rPr>
              <a:t>在线答题练习</a:t>
            </a:r>
            <a:endParaRPr kumimoji="1" lang="zh-CN" altLang="en-US" sz="1200" dirty="0">
              <a:latin typeface="微软雅黑" panose="020B0503020204020204" pitchFamily="34" charset="-122"/>
              <a:ea typeface="微软雅黑" panose="020B0503020204020204" pitchFamily="34" charset="-122"/>
              <a:sym typeface="+mn-ea"/>
            </a:endParaRPr>
          </a:p>
        </p:txBody>
      </p:sp>
      <p:sp>
        <p:nvSpPr>
          <p:cNvPr id="18" name="文本框 17"/>
          <p:cNvSpPr txBox="1"/>
          <p:nvPr>
            <p:custDataLst>
              <p:tags r:id="rId10"/>
            </p:custDataLst>
          </p:nvPr>
        </p:nvSpPr>
        <p:spPr>
          <a:xfrm>
            <a:off x="897890" y="3184525"/>
            <a:ext cx="1440180" cy="275590"/>
          </a:xfrm>
          <a:prstGeom prst="rect">
            <a:avLst/>
          </a:prstGeom>
          <a:noFill/>
          <a:ln>
            <a:solidFill>
              <a:srgbClr val="103F8B"/>
            </a:solidFill>
          </a:ln>
        </p:spPr>
        <p:txBody>
          <a:bodyPr wrap="square" rtlCol="0">
            <a:spAutoFit/>
          </a:bodyPr>
          <a:p>
            <a:r>
              <a:rPr kumimoji="1" lang="zh-CN" altLang="en-US" sz="1200" dirty="0">
                <a:latin typeface="微软雅黑" panose="020B0503020204020204" pitchFamily="34" charset="-122"/>
                <a:ea typeface="微软雅黑" panose="020B0503020204020204" pitchFamily="34" charset="-122"/>
              </a:rPr>
              <a:t>组织线上考核</a:t>
            </a:r>
            <a:endParaRPr kumimoji="1" lang="zh-CN" altLang="en-US" sz="1200" dirty="0">
              <a:latin typeface="微软雅黑" panose="020B0503020204020204" pitchFamily="34" charset="-122"/>
              <a:ea typeface="微软雅黑" panose="020B0503020204020204" pitchFamily="34" charset="-122"/>
            </a:endParaRPr>
          </a:p>
        </p:txBody>
      </p:sp>
      <p:sp>
        <p:nvSpPr>
          <p:cNvPr id="21" name="文本框 20"/>
          <p:cNvSpPr txBox="1"/>
          <p:nvPr>
            <p:custDataLst>
              <p:tags r:id="rId11"/>
            </p:custDataLst>
          </p:nvPr>
        </p:nvSpPr>
        <p:spPr>
          <a:xfrm>
            <a:off x="897890" y="3799205"/>
            <a:ext cx="1440180" cy="275590"/>
          </a:xfrm>
          <a:prstGeom prst="rect">
            <a:avLst/>
          </a:prstGeom>
          <a:noFill/>
          <a:ln>
            <a:solidFill>
              <a:srgbClr val="103F8B"/>
            </a:solidFill>
          </a:ln>
        </p:spPr>
        <p:txBody>
          <a:bodyPr wrap="square" rtlCol="0">
            <a:spAutoFit/>
          </a:bodyPr>
          <a:p>
            <a:r>
              <a:rPr kumimoji="1" lang="zh-CN" altLang="en-US" sz="1200" dirty="0">
                <a:latin typeface="微软雅黑" panose="020B0503020204020204" pitchFamily="34" charset="-122"/>
                <a:ea typeface="微软雅黑" panose="020B0503020204020204" pitchFamily="34" charset="-122"/>
              </a:rPr>
              <a:t>自动化阅卷</a:t>
            </a:r>
            <a:endParaRPr kumimoji="1" lang="zh-CN" altLang="en-US" sz="1200" dirty="0">
              <a:latin typeface="微软雅黑" panose="020B0503020204020204" pitchFamily="34" charset="-122"/>
              <a:ea typeface="微软雅黑" panose="020B0503020204020204" pitchFamily="34" charset="-122"/>
            </a:endParaRPr>
          </a:p>
        </p:txBody>
      </p:sp>
      <p:sp>
        <p:nvSpPr>
          <p:cNvPr id="66" name="文本框 65"/>
          <p:cNvSpPr txBox="1"/>
          <p:nvPr>
            <p:custDataLst>
              <p:tags r:id="rId12"/>
            </p:custDataLst>
          </p:nvPr>
        </p:nvSpPr>
        <p:spPr>
          <a:xfrm>
            <a:off x="897890" y="4413885"/>
            <a:ext cx="1440180" cy="275590"/>
          </a:xfrm>
          <a:prstGeom prst="rect">
            <a:avLst/>
          </a:prstGeom>
          <a:noFill/>
          <a:ln>
            <a:solidFill>
              <a:srgbClr val="103F8B"/>
            </a:solidFill>
          </a:ln>
        </p:spPr>
        <p:txBody>
          <a:bodyPr wrap="square" rtlCol="0">
            <a:spAutoFit/>
          </a:bodyPr>
          <a:p>
            <a:r>
              <a:rPr kumimoji="1" lang="zh-CN" altLang="en-US" sz="1200" dirty="0">
                <a:latin typeface="微软雅黑" panose="020B0503020204020204" pitchFamily="34" charset="-122"/>
                <a:ea typeface="微软雅黑" panose="020B0503020204020204" pitchFamily="34" charset="-122"/>
              </a:rPr>
              <a:t>培训学习档案</a:t>
            </a:r>
            <a:endParaRPr kumimoji="1" lang="zh-CN" altLang="en-US" sz="1200" dirty="0">
              <a:latin typeface="微软雅黑" panose="020B0503020204020204" pitchFamily="34" charset="-122"/>
              <a:ea typeface="微软雅黑" panose="020B0503020204020204" pitchFamily="34" charset="-122"/>
            </a:endParaRPr>
          </a:p>
        </p:txBody>
      </p:sp>
      <p:sp>
        <p:nvSpPr>
          <p:cNvPr id="70" name="文本框 69"/>
          <p:cNvSpPr txBox="1"/>
          <p:nvPr>
            <p:custDataLst>
              <p:tags r:id="rId13"/>
            </p:custDataLst>
          </p:nvPr>
        </p:nvSpPr>
        <p:spPr>
          <a:xfrm>
            <a:off x="897890" y="5028565"/>
            <a:ext cx="1440180" cy="275590"/>
          </a:xfrm>
          <a:prstGeom prst="rect">
            <a:avLst/>
          </a:prstGeom>
          <a:noFill/>
          <a:ln>
            <a:solidFill>
              <a:srgbClr val="103F8B"/>
            </a:solidFill>
          </a:ln>
        </p:spPr>
        <p:txBody>
          <a:bodyPr wrap="square" rtlCol="0">
            <a:spAutoFit/>
          </a:bodyPr>
          <a:p>
            <a:r>
              <a:rPr kumimoji="1" lang="zh-CN" altLang="en-US" sz="1200" dirty="0">
                <a:latin typeface="微软雅黑" panose="020B0503020204020204" pitchFamily="34" charset="-122"/>
                <a:ea typeface="微软雅黑" panose="020B0503020204020204" pitchFamily="34" charset="-122"/>
              </a:rPr>
              <a:t>学习积分排名</a:t>
            </a:r>
            <a:endParaRPr kumimoji="1" lang="zh-CN" altLang="en-US" sz="1200" dirty="0">
              <a:latin typeface="微软雅黑" panose="020B0503020204020204" pitchFamily="34" charset="-122"/>
              <a:ea typeface="微软雅黑" panose="020B0503020204020204" pitchFamily="34" charset="-122"/>
            </a:endParaRPr>
          </a:p>
        </p:txBody>
      </p:sp>
      <p:sp>
        <p:nvSpPr>
          <p:cNvPr id="77" name="文本框 76"/>
          <p:cNvSpPr txBox="1"/>
          <p:nvPr>
            <p:custDataLst>
              <p:tags r:id="rId14"/>
            </p:custDataLst>
          </p:nvPr>
        </p:nvSpPr>
        <p:spPr>
          <a:xfrm>
            <a:off x="896620" y="5643245"/>
            <a:ext cx="1441450" cy="275590"/>
          </a:xfrm>
          <a:prstGeom prst="rect">
            <a:avLst/>
          </a:prstGeom>
          <a:noFill/>
          <a:ln>
            <a:solidFill>
              <a:srgbClr val="103F8B"/>
            </a:solidFill>
          </a:ln>
        </p:spPr>
        <p:txBody>
          <a:bodyPr wrap="square" rtlCol="0">
            <a:spAutoFit/>
          </a:bodyPr>
          <a:p>
            <a:r>
              <a:rPr kumimoji="1" lang="zh-CN" altLang="en-US" sz="1200" dirty="0">
                <a:latin typeface="微软雅黑" panose="020B0503020204020204" pitchFamily="34" charset="-122"/>
                <a:ea typeface="微软雅黑" panose="020B0503020204020204" pitchFamily="34" charset="-122"/>
              </a:rPr>
              <a:t>积分商品兑换</a:t>
            </a:r>
            <a:endParaRPr kumimoji="1" lang="zh-CN" altLang="en-US" sz="1200"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2625090" y="2297430"/>
            <a:ext cx="283210" cy="3344545"/>
            <a:chOff x="7585" y="3770"/>
            <a:chExt cx="446" cy="5267"/>
          </a:xfrm>
        </p:grpSpPr>
        <p:cxnSp>
          <p:nvCxnSpPr>
            <p:cNvPr id="12" name="直接箭头连接符 56"/>
            <p:cNvCxnSpPr/>
            <p:nvPr>
              <p:custDataLst>
                <p:tags r:id="rId15"/>
              </p:custDataLst>
            </p:nvPr>
          </p:nvCxnSpPr>
          <p:spPr>
            <a:xfrm>
              <a:off x="7585" y="3770"/>
              <a:ext cx="447"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58"/>
            <p:cNvCxnSpPr/>
            <p:nvPr>
              <p:custDataLst>
                <p:tags r:id="rId16"/>
              </p:custDataLst>
            </p:nvPr>
          </p:nvCxnSpPr>
          <p:spPr>
            <a:xfrm>
              <a:off x="7585" y="7271"/>
              <a:ext cx="447"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56"/>
            <p:cNvCxnSpPr/>
            <p:nvPr>
              <p:custDataLst>
                <p:tags r:id="rId17"/>
              </p:custDataLst>
            </p:nvPr>
          </p:nvCxnSpPr>
          <p:spPr>
            <a:xfrm>
              <a:off x="7585" y="5466"/>
              <a:ext cx="447"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直接箭头连接符 58"/>
            <p:cNvCxnSpPr/>
            <p:nvPr>
              <p:custDataLst>
                <p:tags r:id="rId18"/>
              </p:custDataLst>
            </p:nvPr>
          </p:nvCxnSpPr>
          <p:spPr>
            <a:xfrm>
              <a:off x="7585" y="9037"/>
              <a:ext cx="447" cy="0"/>
            </a:xfrm>
            <a:prstGeom prst="straightConnector1">
              <a:avLst/>
            </a:prstGeom>
            <a:ln w="28575">
              <a:solidFill>
                <a:srgbClr val="103F8B"/>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 name="组合 22"/>
          <p:cNvGrpSpPr>
            <a:grpSpLocks noChangeAspect="1"/>
          </p:cNvGrpSpPr>
          <p:nvPr/>
        </p:nvGrpSpPr>
        <p:grpSpPr>
          <a:xfrm>
            <a:off x="5534660" y="1705610"/>
            <a:ext cx="5996305" cy="3923030"/>
            <a:chOff x="8385" y="2352"/>
            <a:chExt cx="9967" cy="6520"/>
          </a:xfrm>
          <a:effectLst>
            <a:outerShdw blurRad="114300" sx="102000" sy="102000" algn="ctr" rotWithShape="0">
              <a:srgbClr val="8FAADC">
                <a:alpha val="25000"/>
              </a:srgbClr>
            </a:outerShdw>
          </a:effectLst>
        </p:grpSpPr>
        <p:pic>
          <p:nvPicPr>
            <p:cNvPr id="6" name="图片 5"/>
            <p:cNvPicPr>
              <a:picLocks noChangeAspect="1"/>
            </p:cNvPicPr>
            <p:nvPr>
              <p:custDataLst>
                <p:tags r:id="rId1"/>
              </p:custDataLst>
            </p:nvPr>
          </p:nvPicPr>
          <p:blipFill>
            <a:blip r:embed="rId2"/>
            <a:stretch>
              <a:fillRect/>
            </a:stretch>
          </p:blipFill>
          <p:spPr>
            <a:xfrm>
              <a:off x="8385" y="2352"/>
              <a:ext cx="6803" cy="3288"/>
            </a:xfrm>
            <a:prstGeom prst="rect">
              <a:avLst/>
            </a:prstGeom>
          </p:spPr>
        </p:pic>
        <p:pic>
          <p:nvPicPr>
            <p:cNvPr id="3" name="图片 2" descr="C:\Users\HUANGWANQING\Desktop\FullSizeRender.heic.JPG.JPGFullSizeRender.heic.JPG"/>
            <p:cNvPicPr>
              <a:picLocks noChangeAspect="1"/>
            </p:cNvPicPr>
            <p:nvPr>
              <p:custDataLst>
                <p:tags r:id="rId3"/>
              </p:custDataLst>
            </p:nvPr>
          </p:nvPicPr>
          <p:blipFill>
            <a:blip r:embed="rId4"/>
            <a:srcRect l="2199" t="15" r="2197" b="-15"/>
            <a:stretch>
              <a:fillRect/>
            </a:stretch>
          </p:blipFill>
          <p:spPr>
            <a:xfrm>
              <a:off x="8385" y="5713"/>
              <a:ext cx="6803" cy="3159"/>
            </a:xfrm>
            <a:prstGeom prst="rect">
              <a:avLst/>
            </a:prstGeom>
          </p:spPr>
        </p:pic>
        <p:pic>
          <p:nvPicPr>
            <p:cNvPr id="14" name="图片 13" descr="e684a172-63bd-413b-bc20-47eb72a0a05d"/>
            <p:cNvPicPr>
              <a:picLocks noChangeAspect="1"/>
            </p:cNvPicPr>
            <p:nvPr>
              <p:custDataLst>
                <p:tags r:id="rId5"/>
              </p:custDataLst>
            </p:nvPr>
          </p:nvPicPr>
          <p:blipFill>
            <a:blip r:embed="rId6"/>
            <a:srcRect l="11170" t="5037" r="41496" b="14602"/>
            <a:stretch>
              <a:fillRect/>
            </a:stretch>
          </p:blipFill>
          <p:spPr>
            <a:xfrm>
              <a:off x="15331" y="2352"/>
              <a:ext cx="3021" cy="6520"/>
            </a:xfrm>
            <a:prstGeom prst="rect">
              <a:avLst/>
            </a:prstGeom>
          </p:spPr>
        </p:pic>
      </p:grpSp>
      <p:sp>
        <p:nvSpPr>
          <p:cNvPr id="4" name="文本框 3"/>
          <p:cNvSpPr txBox="1"/>
          <p:nvPr>
            <p:custDataLst>
              <p:tags r:id="rId7"/>
            </p:custDataLst>
          </p:nvPr>
        </p:nvSpPr>
        <p:spPr>
          <a:xfrm>
            <a:off x="853440" y="2613660"/>
            <a:ext cx="4334510" cy="2106930"/>
          </a:xfrm>
          <a:prstGeom prst="rect">
            <a:avLst/>
          </a:prstGeom>
          <a:noFill/>
        </p:spPr>
        <p:txBody>
          <a:bodyPr wrap="square" rtlCol="0" anchor="t">
            <a:spAutoFit/>
          </a:bodyPr>
          <a:p>
            <a:pPr indent="0" fontAlgn="auto">
              <a:lnSpc>
                <a:spcPct val="150000"/>
              </a:lnSpc>
              <a:spcBef>
                <a:spcPts val="600"/>
              </a:spcBef>
            </a:pPr>
            <a:r>
              <a:rPr lang="zh-CN" altLang="en-US" sz="1400">
                <a:latin typeface="微软雅黑" panose="020B0503020204020204" pitchFamily="34" charset="-122"/>
                <a:ea typeface="微软雅黑" panose="020B0503020204020204" pitchFamily="34" charset="-122"/>
                <a:sym typeface="+mn-ea"/>
              </a:rPr>
              <a:t>国家减灾中心表示为了保护灾害信息员身份数据，以及保护学习平台培训内容，前期平台不对外部用户开放，仅针对已登记在</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全国应急信息员管理系统</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人员开放。</a:t>
            </a:r>
            <a:endParaRPr lang="zh-CN" altLang="en-US" sz="1400">
              <a:latin typeface="微软雅黑" panose="020B0503020204020204" pitchFamily="34" charset="-122"/>
              <a:ea typeface="微软雅黑" panose="020B0503020204020204" pitchFamily="34" charset="-122"/>
              <a:sym typeface="+mn-ea"/>
            </a:endParaRPr>
          </a:p>
          <a:p>
            <a:pPr indent="0" fontAlgn="auto">
              <a:lnSpc>
                <a:spcPct val="150000"/>
              </a:lnSpc>
              <a:spcBef>
                <a:spcPts val="600"/>
              </a:spcBef>
            </a:pPr>
            <a:r>
              <a:rPr lang="zh-CN" altLang="en-US" sz="1400">
                <a:latin typeface="微软雅黑" panose="020B0503020204020204" pitchFamily="34" charset="-122"/>
                <a:ea typeface="微软雅黑" panose="020B0503020204020204" pitchFamily="34" charset="-122"/>
                <a:sym typeface="+mn-ea"/>
              </a:rPr>
              <a:t>目前客户回复，前期不会使用行政手段进行发文推广，后续根据使用反馈再考虑发文要求。</a:t>
            </a:r>
            <a:endParaRPr lang="zh-CN" altLang="en-US" sz="1400">
              <a:latin typeface="微软雅黑" panose="020B0503020204020204" pitchFamily="34" charset="-122"/>
              <a:ea typeface="微软雅黑" panose="020B0503020204020204" pitchFamily="34" charset="-122"/>
              <a:sym typeface="+mn-ea"/>
            </a:endParaRPr>
          </a:p>
        </p:txBody>
      </p:sp>
      <p:sp>
        <p:nvSpPr>
          <p:cNvPr id="53" name="文本框 52"/>
          <p:cNvSpPr txBox="1"/>
          <p:nvPr>
            <p:custDataLst>
              <p:tags r:id="rId8"/>
            </p:custDataLst>
          </p:nvPr>
        </p:nvSpPr>
        <p:spPr>
          <a:xfrm>
            <a:off x="668020" y="295275"/>
            <a:ext cx="4030345" cy="953135"/>
          </a:xfrm>
          <a:prstGeom prst="rect">
            <a:avLst/>
          </a:prstGeom>
          <a:noFill/>
        </p:spPr>
        <p:txBody>
          <a:bodyPr wrap="square" rtlCol="0">
            <a:spAutoFit/>
          </a:bodyPr>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rPr>
              <a:t>总体设计</a:t>
            </a:r>
            <a:endParaRPr lang="zh-CN" altLang="en-US" sz="2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custDataLst>
              <p:tags r:id="rId9"/>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1000"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1000" b="1" dirty="0">
              <a:solidFill>
                <a:srgbClr val="EBEFFD"/>
              </a:solidFill>
              <a:latin typeface="微软雅黑" panose="020B0503020204020204" pitchFamily="34" charset="-122"/>
              <a:ea typeface="微软雅黑" panose="020B0503020204020204" pitchFamily="34" charset="-122"/>
              <a:cs typeface="+mn-ea"/>
              <a:sym typeface="+mn-lt"/>
            </a:endParaRPr>
          </a:p>
        </p:txBody>
      </p:sp>
      <p:sp>
        <p:nvSpPr>
          <p:cNvPr id="55" name="矩形 54"/>
          <p:cNvSpPr/>
          <p:nvPr>
            <p:custDataLst>
              <p:tags r:id="rId10"/>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3</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custDataLst>
              <p:tags r:id="rId11"/>
            </p:custDataLst>
          </p:nvPr>
        </p:nvSpPr>
        <p:spPr>
          <a:xfrm>
            <a:off x="798830" y="783590"/>
            <a:ext cx="2367280" cy="398780"/>
          </a:xfrm>
          <a:prstGeom prst="rect">
            <a:avLst/>
          </a:prstGeom>
          <a:noFill/>
        </p:spPr>
        <p:txBody>
          <a:bodyPr wrap="square" rtlCol="0" anchor="t">
            <a:spAutoFit/>
          </a:bodyPr>
          <a:p>
            <a:r>
              <a:rPr lang="zh-CN" altLang="en-US" sz="2000" b="1" dirty="0">
                <a:solidFill>
                  <a:srgbClr val="3674F1"/>
                </a:solidFill>
                <a:latin typeface="微软雅黑" panose="020B0503020204020204" pitchFamily="34" charset="-122"/>
                <a:ea typeface="微软雅黑" panose="020B0503020204020204" pitchFamily="34" charset="-122"/>
              </a:rPr>
              <a:t>引流入口</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559"/>
            <a:ext cx="12192529" cy="6857441"/>
          </a:xfrm>
          <a:prstGeom prst="rect">
            <a:avLst/>
          </a:prstGeom>
          <a:gradFill>
            <a:gsLst>
              <a:gs pos="72000">
                <a:srgbClr val="18318C"/>
              </a:gs>
              <a:gs pos="0">
                <a:srgbClr val="3A3AC2"/>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2835A5"/>
              </a:solidFill>
            </a:endParaRPr>
          </a:p>
        </p:txBody>
      </p:sp>
      <p:pic>
        <p:nvPicPr>
          <p:cNvPr id="19" name="图片 18"/>
          <p:cNvPicPr>
            <a:picLocks noChangeAspect="1"/>
          </p:cNvPicPr>
          <p:nvPr/>
        </p:nvPicPr>
        <p:blipFill rotWithShape="1">
          <a:blip r:embed="rId1" cstate="print">
            <a:alphaModFix amt="86000"/>
            <a:extLst>
              <a:ext uri="{28A0092B-C50C-407E-A947-70E740481C1C}">
                <a14:useLocalDpi xmlns:a14="http://schemas.microsoft.com/office/drawing/2010/main" val="0"/>
              </a:ext>
            </a:extLst>
          </a:blip>
          <a:srcRect l="57121"/>
          <a:stretch>
            <a:fillRect/>
          </a:stretch>
        </p:blipFill>
        <p:spPr>
          <a:xfrm>
            <a:off x="6600337" y="1874"/>
            <a:ext cx="5229237" cy="6856126"/>
          </a:xfrm>
          <a:prstGeom prst="rect">
            <a:avLst/>
          </a:prstGeom>
        </p:spPr>
      </p:pic>
      <p:sp>
        <p:nvSpPr>
          <p:cNvPr id="2" name="文本框 1"/>
          <p:cNvSpPr txBox="1"/>
          <p:nvPr/>
        </p:nvSpPr>
        <p:spPr>
          <a:xfrm>
            <a:off x="1117201" y="1373124"/>
            <a:ext cx="3070492" cy="922020"/>
          </a:xfrm>
          <a:prstGeom prst="rect">
            <a:avLst/>
          </a:prstGeom>
          <a:noFill/>
        </p:spPr>
        <p:txBody>
          <a:bodyPr wrap="square" rtlCol="0">
            <a:spAutoFit/>
          </a:bodyPr>
          <a:lstStyle/>
          <a:p>
            <a:r>
              <a:rPr lang="zh-CN" altLang="en-US" sz="5400" b="1" spc="180" dirty="0">
                <a:solidFill>
                  <a:schemeClr val="bg1"/>
                </a:solidFill>
                <a:uFillTx/>
                <a:latin typeface="微软雅黑" panose="020B0503020204020204" pitchFamily="34" charset="-122"/>
                <a:ea typeface="微软雅黑" panose="020B0503020204020204" pitchFamily="34" charset="-122"/>
              </a:rPr>
              <a:t>分项设计</a:t>
            </a:r>
            <a:endParaRPr lang="zh-CN" altLang="en-US" sz="5400" b="1" spc="180" dirty="0">
              <a:solidFill>
                <a:schemeClr val="bg1"/>
              </a:solidFill>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1131489" y="1006962"/>
            <a:ext cx="2154636" cy="398780"/>
          </a:xfrm>
          <a:prstGeom prst="rect">
            <a:avLst/>
          </a:prstGeom>
          <a:noFill/>
        </p:spPr>
        <p:txBody>
          <a:bodyPr wrap="square">
            <a:spAutoFit/>
          </a:bodyPr>
          <a:lstStyle/>
          <a:p>
            <a:r>
              <a:rPr lang="en-US" altLang="zh-CN" sz="2000" dirty="0">
                <a:solidFill>
                  <a:schemeClr val="bg1"/>
                </a:solidFill>
                <a:latin typeface="微软雅黑 Light" panose="020B0502040204020203" pitchFamily="34" charset="-122"/>
                <a:ea typeface="微软雅黑 Light" panose="020B0502040204020203" pitchFamily="34" charset="-122"/>
                <a:cs typeface="+mn-ea"/>
                <a:sym typeface="+mn-lt"/>
              </a:rPr>
              <a:t>PART 4</a:t>
            </a:r>
            <a:endParaRPr lang="zh-CN" altLang="en-US" sz="2000" dirty="0">
              <a:latin typeface="微软雅黑 Light" panose="020B0502040204020203" pitchFamily="34" charset="-122"/>
              <a:ea typeface="微软雅黑 Light" panose="020B0502040204020203" pitchFamily="34" charset="-122"/>
            </a:endParaRPr>
          </a:p>
        </p:txBody>
      </p:sp>
      <p:grpSp>
        <p:nvGrpSpPr>
          <p:cNvPr id="6" name="组合 5" descr="e7d195523061f1c0c30ee18c1b05f65d12b38e2533cb2ccdAE0CC34CB5CBEBFAEC353FED4DECE97C3E379FD1D933F5E4DC18EF8EA6B7A1130D5F6DE9DD2BE4B0A8C9126ACE5083D1F5A9E323B29CCFC789518C7D6A04F119B2C2BA6C2D392B770AC0CE634954F6026173EFFBC74790B12ECBF60C8A15C0A51E938118406412A746BA9EB291FC8542"/>
          <p:cNvGrpSpPr>
            <a:grpSpLocks noChangeAspect="1"/>
          </p:cNvGrpSpPr>
          <p:nvPr/>
        </p:nvGrpSpPr>
        <p:grpSpPr>
          <a:xfrm>
            <a:off x="1131489" y="5814401"/>
            <a:ext cx="363374" cy="354789"/>
            <a:chOff x="13322895" y="1866900"/>
            <a:chExt cx="586701" cy="572839"/>
          </a:xfrm>
          <a:solidFill>
            <a:srgbClr val="F1F4FC">
              <a:alpha val="33000"/>
            </a:srgbClr>
          </a:solidFill>
        </p:grpSpPr>
        <p:sp>
          <p:nvSpPr>
            <p:cNvPr id="10" name="椭圆 9"/>
            <p:cNvSpPr/>
            <p:nvPr/>
          </p:nvSpPr>
          <p:spPr>
            <a:xfrm>
              <a:off x="13561104" y="186690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3442000"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3561104" y="205785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p:cNvSpPr/>
            <p:nvPr/>
          </p:nvSpPr>
          <p:spPr>
            <a:xfrm>
              <a:off x="13680208"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3322895"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3561104" y="219640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3799314"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561104" y="233496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custDataLst>
              <p:tags r:id="rId2"/>
            </p:custDataLst>
          </p:nvPr>
        </p:nvSpPr>
        <p:spPr>
          <a:xfrm>
            <a:off x="1043305" y="2999105"/>
            <a:ext cx="4565015" cy="829945"/>
          </a:xfrm>
          <a:prstGeom prst="rect">
            <a:avLst/>
          </a:prstGeom>
          <a:noFill/>
        </p:spPr>
        <p:txBody>
          <a:bodyPr wrap="square" rtlCol="0">
            <a:spAutoFit/>
          </a:bodyPr>
          <a:p>
            <a:pPr marL="342900" indent="-342900" algn="l">
              <a:lnSpc>
                <a:spcPct val="150000"/>
              </a:lnSpc>
              <a:buFont typeface="Wingdings" panose="05000000000000000000" pitchFamily="2" charset="2"/>
              <a:buChar char="n"/>
            </a:pPr>
            <a:r>
              <a:rPr lang="zh-CN" sz="1600" dirty="0">
                <a:solidFill>
                  <a:schemeClr val="bg1"/>
                </a:solidFill>
                <a:latin typeface="微软雅黑" panose="020B0503020204020204" pitchFamily="34" charset="-122"/>
                <a:ea typeface="微软雅黑" panose="020B0503020204020204" pitchFamily="34" charset="-122"/>
              </a:rPr>
              <a:t>学习端：平台功能设计</a:t>
            </a:r>
            <a:endParaRPr lang="zh-CN" sz="1600" dirty="0">
              <a:solidFill>
                <a:schemeClr val="bg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n"/>
            </a:pPr>
            <a:r>
              <a:rPr lang="zh-CN" altLang="en-US" sz="1600" dirty="0">
                <a:solidFill>
                  <a:schemeClr val="bg1"/>
                </a:solidFill>
                <a:latin typeface="微软雅黑" panose="020B0503020204020204" pitchFamily="34" charset="-122"/>
                <a:ea typeface="微软雅黑" panose="020B0503020204020204" pitchFamily="34" charset="-122"/>
              </a:rPr>
              <a:t>监管端：系统功能设计</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p:cNvGrpSpPr/>
          <p:nvPr/>
        </p:nvGrpSpPr>
        <p:grpSpPr>
          <a:xfrm>
            <a:off x="-1" y="4818348"/>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grpSp>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53" name="文本框 52"/>
          <p:cNvSpPr txBox="1"/>
          <p:nvPr/>
        </p:nvSpPr>
        <p:spPr>
          <a:xfrm>
            <a:off x="668020" y="295275"/>
            <a:ext cx="3531870"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nvSpPr>
        <p:spPr>
          <a:xfrm>
            <a:off x="799055" y="783572"/>
            <a:ext cx="6718395" cy="398780"/>
          </a:xfrm>
          <a:prstGeom prst="rect">
            <a:avLst/>
          </a:prstGeom>
          <a:noFill/>
        </p:spPr>
        <p:txBody>
          <a:bodyPr wrap="square" rtlCol="0" anchor="t">
            <a:spAutoFit/>
          </a:bodyPr>
          <a:lstStyle/>
          <a:p>
            <a:r>
              <a:rPr lang="zh-CN" altLang="en-US" sz="2000" b="1" dirty="0">
                <a:solidFill>
                  <a:srgbClr val="3674F1"/>
                </a:solidFill>
                <a:latin typeface="微软雅黑" panose="020B0503020204020204" pitchFamily="34" charset="-122"/>
                <a:ea typeface="微软雅黑" panose="020B0503020204020204" pitchFamily="34" charset="-122"/>
              </a:rPr>
              <a:t>平台板块：首页、学习、考练、我的</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grpSp>
        <p:nvGrpSpPr>
          <p:cNvPr id="28" name="组合 27"/>
          <p:cNvGrpSpPr>
            <a:grpSpLocks noChangeAspect="1"/>
          </p:cNvGrpSpPr>
          <p:nvPr/>
        </p:nvGrpSpPr>
        <p:grpSpPr>
          <a:xfrm>
            <a:off x="9157356" y="1645285"/>
            <a:ext cx="2305050" cy="4680000"/>
            <a:chOff x="13602" y="2781"/>
            <a:chExt cx="3352" cy="6804"/>
          </a:xfrm>
        </p:grpSpPr>
        <p:pic>
          <p:nvPicPr>
            <p:cNvPr id="17" name="图片 16" descr="我的"/>
            <p:cNvPicPr>
              <a:picLocks noChangeAspect="1"/>
            </p:cNvPicPr>
            <p:nvPr/>
          </p:nvPicPr>
          <p:blipFill>
            <a:blip r:embed="rId2"/>
            <a:stretch>
              <a:fillRect/>
            </a:stretch>
          </p:blipFill>
          <p:spPr>
            <a:xfrm>
              <a:off x="13783" y="2943"/>
              <a:ext cx="2991" cy="6480"/>
            </a:xfrm>
            <a:prstGeom prst="rect">
              <a:avLst/>
            </a:prstGeom>
          </p:spPr>
        </p:pic>
        <p:grpSp>
          <p:nvGrpSpPr>
            <p:cNvPr id="39" name="组合 38"/>
            <p:cNvGrpSpPr/>
            <p:nvPr/>
          </p:nvGrpSpPr>
          <p:grpSpPr>
            <a:xfrm>
              <a:off x="13779" y="8794"/>
              <a:ext cx="3007" cy="641"/>
              <a:chOff x="13779" y="8794"/>
              <a:chExt cx="3007" cy="641"/>
            </a:xfrm>
          </p:grpSpPr>
          <p:pic>
            <p:nvPicPr>
              <p:cNvPr id="7" name="图片 6" descr="编组 8@2x"/>
              <p:cNvPicPr>
                <a:picLocks noChangeAspect="1"/>
              </p:cNvPicPr>
              <p:nvPr/>
            </p:nvPicPr>
            <p:blipFill>
              <a:blip r:embed="rId3"/>
              <a:srcRect l="1281" t="6049" r="1182" b="5096"/>
              <a:stretch>
                <a:fillRect/>
              </a:stretch>
            </p:blipFill>
            <p:spPr>
              <a:xfrm>
                <a:off x="13779" y="8794"/>
                <a:ext cx="2993" cy="641"/>
              </a:xfrm>
              <a:prstGeom prst="rect">
                <a:avLst/>
              </a:prstGeom>
            </p:spPr>
          </p:pic>
          <p:grpSp>
            <p:nvGrpSpPr>
              <p:cNvPr id="34" name="组合 33"/>
              <p:cNvGrpSpPr/>
              <p:nvPr/>
            </p:nvGrpSpPr>
            <p:grpSpPr>
              <a:xfrm>
                <a:off x="13793" y="8794"/>
                <a:ext cx="2993" cy="641"/>
                <a:chOff x="6067" y="8782"/>
                <a:chExt cx="2993" cy="641"/>
              </a:xfrm>
            </p:grpSpPr>
            <p:pic>
              <p:nvPicPr>
                <p:cNvPr id="35" name="图片 34" descr="编组 8@2x"/>
                <p:cNvPicPr>
                  <a:picLocks noChangeAspect="1"/>
                </p:cNvPicPr>
                <p:nvPr>
                  <p:custDataLst>
                    <p:tags r:id="rId4"/>
                  </p:custDataLst>
                </p:nvPr>
              </p:nvPicPr>
              <p:blipFill>
                <a:blip r:embed="rId3"/>
                <a:srcRect l="1281" t="6049" r="1182" b="5096"/>
                <a:stretch>
                  <a:fillRect/>
                </a:stretch>
              </p:blipFill>
              <p:spPr>
                <a:xfrm>
                  <a:off x="6067" y="8782"/>
                  <a:ext cx="2993" cy="641"/>
                </a:xfrm>
                <a:prstGeom prst="rect">
                  <a:avLst/>
                </a:prstGeom>
              </p:spPr>
            </p:pic>
            <p:sp>
              <p:nvSpPr>
                <p:cNvPr id="36" name="矩形 35"/>
                <p:cNvSpPr/>
                <p:nvPr>
                  <p:custDataLst>
                    <p:tags r:id="rId5"/>
                  </p:custDataLst>
                </p:nvPr>
              </p:nvSpPr>
              <p:spPr>
                <a:xfrm>
                  <a:off x="6236" y="8819"/>
                  <a:ext cx="274" cy="37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7" name="图片 36" descr="编组 6备份 2@2x"/>
                <p:cNvPicPr>
                  <a:picLocks noChangeAspect="1"/>
                </p:cNvPicPr>
                <p:nvPr>
                  <p:custDataLst>
                    <p:tags r:id="rId6"/>
                  </p:custDataLst>
                </p:nvPr>
              </p:nvPicPr>
              <p:blipFill>
                <a:blip r:embed="rId7"/>
                <a:stretch>
                  <a:fillRect/>
                </a:stretch>
              </p:blipFill>
              <p:spPr>
                <a:xfrm>
                  <a:off x="6275" y="8819"/>
                  <a:ext cx="204" cy="306"/>
                </a:xfrm>
                <a:prstGeom prst="rect">
                  <a:avLst/>
                </a:prstGeom>
              </p:spPr>
            </p:pic>
            <p:sp>
              <p:nvSpPr>
                <p:cNvPr id="42" name="矩形 41"/>
                <p:cNvSpPr/>
                <p:nvPr>
                  <p:custDataLst>
                    <p:tags r:id="rId8"/>
                  </p:custDataLst>
                </p:nvPr>
              </p:nvSpPr>
              <p:spPr>
                <a:xfrm>
                  <a:off x="8609" y="8819"/>
                  <a:ext cx="274" cy="37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38" name="图片 37" descr="我的@2x"/>
              <p:cNvPicPr>
                <a:picLocks noChangeAspect="1"/>
              </p:cNvPicPr>
              <p:nvPr/>
            </p:nvPicPr>
            <p:blipFill>
              <a:blip r:embed="rId9"/>
              <a:stretch>
                <a:fillRect/>
              </a:stretch>
            </p:blipFill>
            <p:spPr>
              <a:xfrm>
                <a:off x="16370" y="8831"/>
                <a:ext cx="204" cy="306"/>
              </a:xfrm>
              <a:prstGeom prst="rect">
                <a:avLst/>
              </a:prstGeom>
            </p:spPr>
          </p:pic>
        </p:grpSp>
        <p:pic>
          <p:nvPicPr>
            <p:cNvPr id="27" name="图片 26"/>
            <p:cNvPicPr/>
            <p:nvPr>
              <p:custDataLst>
                <p:tags r:id="rId10"/>
              </p:custDataLst>
            </p:nvPr>
          </p:nvPicPr>
          <p:blipFill>
            <a:blip r:embed="rId11"/>
            <a:stretch>
              <a:fillRect/>
            </a:stretch>
          </p:blipFill>
          <p:spPr>
            <a:xfrm>
              <a:off x="13602" y="2781"/>
              <a:ext cx="3353" cy="6804"/>
            </a:xfrm>
            <a:prstGeom prst="rect">
              <a:avLst/>
            </a:prstGeom>
            <a:noFill/>
            <a:ln w="9525">
              <a:noFill/>
            </a:ln>
          </p:spPr>
        </p:pic>
      </p:grpSp>
      <p:grpSp>
        <p:nvGrpSpPr>
          <p:cNvPr id="22" name="组合 21"/>
          <p:cNvGrpSpPr/>
          <p:nvPr/>
        </p:nvGrpSpPr>
        <p:grpSpPr>
          <a:xfrm>
            <a:off x="3498236" y="1645285"/>
            <a:ext cx="2306320" cy="4679950"/>
            <a:chOff x="4739" y="2350"/>
            <a:chExt cx="3632" cy="7370"/>
          </a:xfrm>
        </p:grpSpPr>
        <p:pic>
          <p:nvPicPr>
            <p:cNvPr id="23" name="图片 22"/>
            <p:cNvPicPr>
              <a:picLocks noChangeAspect="1"/>
            </p:cNvPicPr>
            <p:nvPr>
              <p:custDataLst>
                <p:tags r:id="rId12"/>
              </p:custDataLst>
            </p:nvPr>
          </p:nvPicPr>
          <p:blipFill>
            <a:blip r:embed="rId13"/>
            <a:stretch>
              <a:fillRect/>
            </a:stretch>
          </p:blipFill>
          <p:spPr>
            <a:xfrm>
              <a:off x="4955" y="2470"/>
              <a:ext cx="3277" cy="7116"/>
            </a:xfrm>
            <a:prstGeom prst="rect">
              <a:avLst/>
            </a:prstGeom>
          </p:spPr>
        </p:pic>
        <p:pic>
          <p:nvPicPr>
            <p:cNvPr id="25" name="图片 24"/>
            <p:cNvPicPr/>
            <p:nvPr>
              <p:custDataLst>
                <p:tags r:id="rId14"/>
              </p:custDataLst>
            </p:nvPr>
          </p:nvPicPr>
          <p:blipFill>
            <a:blip r:embed="rId11"/>
            <a:stretch>
              <a:fillRect/>
            </a:stretch>
          </p:blipFill>
          <p:spPr>
            <a:xfrm>
              <a:off x="4739" y="2350"/>
              <a:ext cx="3633" cy="7370"/>
            </a:xfrm>
            <a:prstGeom prst="rect">
              <a:avLst/>
            </a:prstGeom>
            <a:noFill/>
            <a:ln w="9525">
              <a:noFill/>
            </a:ln>
          </p:spPr>
        </p:pic>
      </p:grpSp>
      <p:grpSp>
        <p:nvGrpSpPr>
          <p:cNvPr id="8" name="组合 7"/>
          <p:cNvGrpSpPr/>
          <p:nvPr/>
        </p:nvGrpSpPr>
        <p:grpSpPr>
          <a:xfrm>
            <a:off x="6327796" y="1645285"/>
            <a:ext cx="2306320" cy="4679950"/>
            <a:chOff x="10033" y="2591"/>
            <a:chExt cx="3632" cy="7370"/>
          </a:xfrm>
        </p:grpSpPr>
        <p:pic>
          <p:nvPicPr>
            <p:cNvPr id="31" name="图片 30"/>
            <p:cNvPicPr>
              <a:picLocks noChangeAspect="1"/>
            </p:cNvPicPr>
            <p:nvPr>
              <p:custDataLst>
                <p:tags r:id="rId15"/>
              </p:custDataLst>
            </p:nvPr>
          </p:nvPicPr>
          <p:blipFill>
            <a:blip r:embed="rId16"/>
            <a:stretch>
              <a:fillRect/>
            </a:stretch>
          </p:blipFill>
          <p:spPr>
            <a:xfrm>
              <a:off x="10211" y="2686"/>
              <a:ext cx="3277" cy="7169"/>
            </a:xfrm>
            <a:prstGeom prst="rect">
              <a:avLst/>
            </a:prstGeom>
          </p:spPr>
        </p:pic>
        <p:pic>
          <p:nvPicPr>
            <p:cNvPr id="32" name="图片 31"/>
            <p:cNvPicPr/>
            <p:nvPr>
              <p:custDataLst>
                <p:tags r:id="rId17"/>
              </p:custDataLst>
            </p:nvPr>
          </p:nvPicPr>
          <p:blipFill>
            <a:blip r:embed="rId11"/>
            <a:stretch>
              <a:fillRect/>
            </a:stretch>
          </p:blipFill>
          <p:spPr>
            <a:xfrm>
              <a:off x="10033" y="2591"/>
              <a:ext cx="3633" cy="7370"/>
            </a:xfrm>
            <a:prstGeom prst="rect">
              <a:avLst/>
            </a:prstGeom>
            <a:noFill/>
            <a:ln w="9525">
              <a:noFill/>
            </a:ln>
          </p:spPr>
        </p:pic>
      </p:grpSp>
      <p:grpSp>
        <p:nvGrpSpPr>
          <p:cNvPr id="5" name="组合 4"/>
          <p:cNvGrpSpPr>
            <a:grpSpLocks noChangeAspect="1"/>
          </p:cNvGrpSpPr>
          <p:nvPr/>
        </p:nvGrpSpPr>
        <p:grpSpPr>
          <a:xfrm>
            <a:off x="668020" y="1645285"/>
            <a:ext cx="2306976" cy="4680000"/>
            <a:chOff x="12952" y="1947"/>
            <a:chExt cx="3912" cy="7936"/>
          </a:xfrm>
        </p:grpSpPr>
        <p:pic>
          <p:nvPicPr>
            <p:cNvPr id="4" name="图片 3"/>
            <p:cNvPicPr>
              <a:picLocks noChangeAspect="1"/>
            </p:cNvPicPr>
            <p:nvPr>
              <p:custDataLst>
                <p:tags r:id="rId18"/>
              </p:custDataLst>
            </p:nvPr>
          </p:nvPicPr>
          <p:blipFill>
            <a:blip r:embed="rId19"/>
            <a:srcRect b="1386"/>
            <a:stretch>
              <a:fillRect/>
            </a:stretch>
          </p:blipFill>
          <p:spPr>
            <a:xfrm>
              <a:off x="13146" y="2187"/>
              <a:ext cx="3526" cy="7542"/>
            </a:xfrm>
            <a:prstGeom prst="rect">
              <a:avLst/>
            </a:prstGeom>
          </p:spPr>
        </p:pic>
        <p:pic>
          <p:nvPicPr>
            <p:cNvPr id="16" name="图片 15"/>
            <p:cNvPicPr/>
            <p:nvPr>
              <p:custDataLst>
                <p:tags r:id="rId20"/>
              </p:custDataLst>
            </p:nvPr>
          </p:nvPicPr>
          <p:blipFill>
            <a:blip r:embed="rId11"/>
            <a:stretch>
              <a:fillRect/>
            </a:stretch>
          </p:blipFill>
          <p:spPr>
            <a:xfrm>
              <a:off x="12952" y="1947"/>
              <a:ext cx="3913" cy="7937"/>
            </a:xfrm>
            <a:prstGeom prst="rect">
              <a:avLst/>
            </a:prstGeom>
            <a:noFill/>
            <a:ln w="9525">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p:cNvGrpSpPr/>
          <p:nvPr/>
        </p:nvGrpSpPr>
        <p:grpSpPr>
          <a:xfrm>
            <a:off x="-1" y="4818348"/>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grpSp>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53" name="文本框 52"/>
          <p:cNvSpPr txBox="1"/>
          <p:nvPr/>
        </p:nvSpPr>
        <p:spPr>
          <a:xfrm>
            <a:off x="668020" y="295275"/>
            <a:ext cx="3531870"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nvSpPr>
        <p:spPr>
          <a:xfrm>
            <a:off x="798830" y="783590"/>
            <a:ext cx="5598795" cy="398780"/>
          </a:xfrm>
          <a:prstGeom prst="rect">
            <a:avLst/>
          </a:prstGeom>
          <a:noFill/>
        </p:spPr>
        <p:txBody>
          <a:bodyPr wrap="square" rtlCol="0" anchor="t">
            <a:spAutoFit/>
          </a:bodyPr>
          <a:lstStyle/>
          <a:p>
            <a:r>
              <a:rPr lang="zh-CN" altLang="en-US" sz="2000" b="1" dirty="0">
                <a:solidFill>
                  <a:srgbClr val="3674F1"/>
                </a:solidFill>
                <a:latin typeface="微软雅黑" panose="020B0503020204020204" pitchFamily="34" charset="-122"/>
                <a:ea typeface="微软雅黑" panose="020B0503020204020204" pitchFamily="34" charset="-122"/>
              </a:rPr>
              <a:t>首页展示：快速响应需求，提供学习计划</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pic>
        <p:nvPicPr>
          <p:cNvPr id="9" name="图片 8" hidden="1"/>
          <p:cNvPicPr/>
          <p:nvPr>
            <p:custDataLst>
              <p:tags r:id="rId2"/>
            </p:custDataLst>
          </p:nvPr>
        </p:nvPicPr>
        <p:blipFill>
          <a:blip r:embed="rId3"/>
          <a:stretch>
            <a:fillRect/>
          </a:stretch>
        </p:blipFill>
        <p:spPr>
          <a:xfrm>
            <a:off x="1289050" y="1765935"/>
            <a:ext cx="2129790" cy="4320540"/>
          </a:xfrm>
          <a:prstGeom prst="rect">
            <a:avLst/>
          </a:prstGeom>
          <a:noFill/>
          <a:ln w="9525">
            <a:noFill/>
          </a:ln>
        </p:spPr>
      </p:pic>
      <p:pic>
        <p:nvPicPr>
          <p:cNvPr id="20" name="图片 19" hidden="1"/>
          <p:cNvPicPr/>
          <p:nvPr>
            <p:custDataLst>
              <p:tags r:id="rId4"/>
            </p:custDataLst>
          </p:nvPr>
        </p:nvPicPr>
        <p:blipFill>
          <a:blip r:embed="rId3"/>
          <a:stretch>
            <a:fillRect/>
          </a:stretch>
        </p:blipFill>
        <p:spPr>
          <a:xfrm>
            <a:off x="3738880" y="1765935"/>
            <a:ext cx="2129155" cy="4320540"/>
          </a:xfrm>
          <a:prstGeom prst="rect">
            <a:avLst/>
          </a:prstGeom>
          <a:noFill/>
          <a:ln w="9525">
            <a:noFill/>
          </a:ln>
        </p:spPr>
      </p:pic>
      <p:pic>
        <p:nvPicPr>
          <p:cNvPr id="24" name="图片 23" hidden="1"/>
          <p:cNvPicPr/>
          <p:nvPr>
            <p:custDataLst>
              <p:tags r:id="rId5"/>
            </p:custDataLst>
          </p:nvPr>
        </p:nvPicPr>
        <p:blipFill>
          <a:blip r:embed="rId3"/>
          <a:stretch>
            <a:fillRect/>
          </a:stretch>
        </p:blipFill>
        <p:spPr>
          <a:xfrm>
            <a:off x="6188075" y="1765935"/>
            <a:ext cx="2129155" cy="4320540"/>
          </a:xfrm>
          <a:prstGeom prst="rect">
            <a:avLst/>
          </a:prstGeom>
          <a:noFill/>
          <a:ln w="9525">
            <a:noFill/>
          </a:ln>
        </p:spPr>
      </p:pic>
      <p:pic>
        <p:nvPicPr>
          <p:cNvPr id="27" name="图片 26" hidden="1"/>
          <p:cNvPicPr/>
          <p:nvPr>
            <p:custDataLst>
              <p:tags r:id="rId6"/>
            </p:custDataLst>
          </p:nvPr>
        </p:nvPicPr>
        <p:blipFill>
          <a:blip r:embed="rId3"/>
          <a:stretch>
            <a:fillRect/>
          </a:stretch>
        </p:blipFill>
        <p:spPr>
          <a:xfrm>
            <a:off x="8637270" y="1765935"/>
            <a:ext cx="2129155" cy="4320540"/>
          </a:xfrm>
          <a:prstGeom prst="rect">
            <a:avLst/>
          </a:prstGeom>
          <a:noFill/>
          <a:ln w="9525">
            <a:noFill/>
          </a:ln>
        </p:spPr>
      </p:pic>
      <p:sp>
        <p:nvSpPr>
          <p:cNvPr id="10" name="文本框 9"/>
          <p:cNvSpPr txBox="1"/>
          <p:nvPr/>
        </p:nvSpPr>
        <p:spPr>
          <a:xfrm>
            <a:off x="798830" y="2205355"/>
            <a:ext cx="5233035" cy="2907665"/>
          </a:xfrm>
          <a:prstGeom prst="rect">
            <a:avLst/>
          </a:prstGeom>
          <a:noFill/>
        </p:spPr>
        <p:txBody>
          <a:bodyPr wrap="square" rtlCol="0" anchor="t">
            <a:spAutoFit/>
          </a:bodyPr>
          <a:p>
            <a:pPr marL="285750" indent="-191770" fontAlgn="auto">
              <a:lnSpc>
                <a:spcPct val="150000"/>
              </a:lnSpc>
              <a:spcBef>
                <a:spcPts val="600"/>
              </a:spcBef>
              <a:buFont typeface="Arial" panose="020B0604020202020204" pitchFamily="34" charset="0"/>
              <a:buChar char="•"/>
            </a:pPr>
            <a:r>
              <a:rPr lang="zh-CN" sz="1400">
                <a:solidFill>
                  <a:schemeClr val="tx1"/>
                </a:solidFill>
                <a:latin typeface="微软雅黑" panose="020B0503020204020204" pitchFamily="34" charset="-122"/>
                <a:ea typeface="微软雅黑" panose="020B0503020204020204" pitchFamily="34" charset="-122"/>
                <a:sym typeface="+mn-ea"/>
              </a:rPr>
              <a:t>首页围绕发文号召的培训要求，</a:t>
            </a: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明确当前学习任务以及当前学习进度</a:t>
            </a: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a:p>
            <a:pPr marL="285750" indent="-191770" fontAlgn="auto">
              <a:lnSpc>
                <a:spcPct val="150000"/>
              </a:lnSpc>
              <a:spcBef>
                <a:spcPts val="600"/>
              </a:spcBef>
              <a:buFont typeface="Arial" panose="020B060402020202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课程内容围绕灾害信息员核心职责</a:t>
            </a:r>
            <a:r>
              <a:rPr lang="zh-CN" sz="1400">
                <a:latin typeface="微软雅黑" panose="020B0503020204020204" pitchFamily="34" charset="-122"/>
                <a:ea typeface="微软雅黑" panose="020B0503020204020204" pitchFamily="34" charset="-122"/>
                <a:sym typeface="+mn-ea"/>
              </a:rPr>
              <a:t>（目前课程内容已符合）</a:t>
            </a:r>
            <a:endParaRPr lang="zh-CN" sz="1400">
              <a:latin typeface="微软雅黑" panose="020B0503020204020204" pitchFamily="34" charset="-122"/>
              <a:ea typeface="微软雅黑" panose="020B0503020204020204" pitchFamily="34" charset="-122"/>
              <a:sym typeface="+mn-ea"/>
            </a:endParaRPr>
          </a:p>
          <a:p>
            <a:pPr marL="285750" indent="-191770" fontAlgn="auto">
              <a:lnSpc>
                <a:spcPct val="150000"/>
              </a:lnSpc>
              <a:spcBef>
                <a:spcPts val="600"/>
              </a:spcBef>
              <a:buFont typeface="Arial" panose="020B0604020202020204" pitchFamily="34" charset="0"/>
              <a:buChar char="•"/>
            </a:pPr>
            <a:r>
              <a:rPr lang="zh-CN" sz="1400">
                <a:latin typeface="微软雅黑" panose="020B0503020204020204" pitchFamily="34" charset="-122"/>
                <a:ea typeface="微软雅黑" panose="020B0503020204020204" pitchFamily="34" charset="-122"/>
                <a:sym typeface="+mn-ea"/>
              </a:rPr>
              <a:t>展示内容文案与业务系统的功能模块名称相同或强关联，帮助解决业务问题</a:t>
            </a:r>
            <a:endParaRPr lang="zh-CN" sz="1400">
              <a:latin typeface="微软雅黑" panose="020B0503020204020204" pitchFamily="34" charset="-122"/>
              <a:ea typeface="微软雅黑" panose="020B0503020204020204" pitchFamily="34" charset="-122"/>
              <a:sym typeface="+mn-ea"/>
            </a:endParaRPr>
          </a:p>
          <a:p>
            <a:pPr marL="285750" indent="-191770" fontAlgn="auto">
              <a:lnSpc>
                <a:spcPct val="150000"/>
              </a:lnSpc>
              <a:spcBef>
                <a:spcPts val="600"/>
              </a:spcBef>
              <a:buFont typeface="Arial" panose="020B060402020202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cs typeface="+mn-ea"/>
                <a:sym typeface="+mn-lt"/>
              </a:rPr>
              <a:t>不同省份地区的地形地貌、气候气象不同，导致需要关注的防灾减灾知识存在差异，为了可针对性提供内容，提供不同省份切换</a:t>
            </a:r>
            <a:endParaRPr lang="zh-CN" altLang="en-US" sz="1400" dirty="0">
              <a:solidFill>
                <a:schemeClr val="tx1"/>
              </a:solidFill>
              <a:latin typeface="微软雅黑" panose="020B0503020204020204" pitchFamily="34" charset="-122"/>
              <a:ea typeface="微软雅黑" panose="020B0503020204020204" pitchFamily="34" charset="-122"/>
              <a:cs typeface="+mn-ea"/>
              <a:sym typeface="+mn-lt"/>
            </a:endParaRPr>
          </a:p>
        </p:txBody>
      </p:sp>
      <p:grpSp>
        <p:nvGrpSpPr>
          <p:cNvPr id="5" name="组合 4"/>
          <p:cNvGrpSpPr>
            <a:grpSpLocks noChangeAspect="1"/>
          </p:cNvGrpSpPr>
          <p:nvPr/>
        </p:nvGrpSpPr>
        <p:grpSpPr>
          <a:xfrm>
            <a:off x="6705600" y="1441450"/>
            <a:ext cx="2306283" cy="4680000"/>
            <a:chOff x="12952" y="1947"/>
            <a:chExt cx="3912" cy="7936"/>
          </a:xfrm>
        </p:grpSpPr>
        <p:pic>
          <p:nvPicPr>
            <p:cNvPr id="4" name="图片 3"/>
            <p:cNvPicPr>
              <a:picLocks noChangeAspect="1"/>
            </p:cNvPicPr>
            <p:nvPr>
              <p:custDataLst>
                <p:tags r:id="rId7"/>
              </p:custDataLst>
            </p:nvPr>
          </p:nvPicPr>
          <p:blipFill>
            <a:blip r:embed="rId8"/>
            <a:srcRect b="1386"/>
            <a:stretch>
              <a:fillRect/>
            </a:stretch>
          </p:blipFill>
          <p:spPr>
            <a:xfrm>
              <a:off x="13146" y="2187"/>
              <a:ext cx="3526" cy="7542"/>
            </a:xfrm>
            <a:prstGeom prst="rect">
              <a:avLst/>
            </a:prstGeom>
          </p:spPr>
        </p:pic>
        <p:pic>
          <p:nvPicPr>
            <p:cNvPr id="16" name="图片 15"/>
            <p:cNvPicPr/>
            <p:nvPr>
              <p:custDataLst>
                <p:tags r:id="rId9"/>
              </p:custDataLst>
            </p:nvPr>
          </p:nvPicPr>
          <p:blipFill>
            <a:blip r:embed="rId3"/>
            <a:stretch>
              <a:fillRect/>
            </a:stretch>
          </p:blipFill>
          <p:spPr>
            <a:xfrm>
              <a:off x="12952" y="1947"/>
              <a:ext cx="3913" cy="7937"/>
            </a:xfrm>
            <a:prstGeom prst="rect">
              <a:avLst/>
            </a:prstGeom>
            <a:noFill/>
            <a:ln w="9525">
              <a:noFill/>
            </a:ln>
          </p:spPr>
        </p:pic>
      </p:grpSp>
      <p:grpSp>
        <p:nvGrpSpPr>
          <p:cNvPr id="6" name="组合 5"/>
          <p:cNvGrpSpPr>
            <a:grpSpLocks noChangeAspect="1"/>
          </p:cNvGrpSpPr>
          <p:nvPr/>
        </p:nvGrpSpPr>
        <p:grpSpPr>
          <a:xfrm>
            <a:off x="9197975" y="1440815"/>
            <a:ext cx="2306864" cy="4680000"/>
            <a:chOff x="13983" y="1668"/>
            <a:chExt cx="3904" cy="7936"/>
          </a:xfrm>
        </p:grpSpPr>
        <p:pic>
          <p:nvPicPr>
            <p:cNvPr id="8" name="图片 7" descr="首页-全国"/>
            <p:cNvPicPr>
              <a:picLocks noChangeAspect="1"/>
            </p:cNvPicPr>
            <p:nvPr>
              <p:custDataLst>
                <p:tags r:id="rId10"/>
              </p:custDataLst>
            </p:nvPr>
          </p:nvPicPr>
          <p:blipFill>
            <a:blip r:embed="rId11"/>
            <a:stretch>
              <a:fillRect/>
            </a:stretch>
          </p:blipFill>
          <p:spPr>
            <a:xfrm>
              <a:off x="14190" y="1862"/>
              <a:ext cx="3495" cy="7569"/>
            </a:xfrm>
            <a:prstGeom prst="rect">
              <a:avLst/>
            </a:prstGeom>
          </p:spPr>
        </p:pic>
        <p:pic>
          <p:nvPicPr>
            <p:cNvPr id="13" name="图片 12"/>
            <p:cNvPicPr>
              <a:picLocks noChangeAspect="1"/>
            </p:cNvPicPr>
            <p:nvPr>
              <p:custDataLst>
                <p:tags r:id="rId12"/>
              </p:custDataLst>
            </p:nvPr>
          </p:nvPicPr>
          <p:blipFill>
            <a:blip r:embed="rId3"/>
            <a:stretch>
              <a:fillRect/>
            </a:stretch>
          </p:blipFill>
          <p:spPr>
            <a:xfrm>
              <a:off x="13983" y="1668"/>
              <a:ext cx="3904" cy="7937"/>
            </a:xfrm>
            <a:prstGeom prst="rect">
              <a:avLst/>
            </a:prstGeom>
            <a:noFill/>
            <a:ln w="9525">
              <a:noFill/>
            </a:ln>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p:cNvGrpSpPr/>
          <p:nvPr/>
        </p:nvGrpSpPr>
        <p:grpSpPr>
          <a:xfrm>
            <a:off x="-1" y="4818348"/>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grpSp>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53" name="文本框 52"/>
          <p:cNvSpPr txBox="1"/>
          <p:nvPr/>
        </p:nvSpPr>
        <p:spPr>
          <a:xfrm>
            <a:off x="668020" y="295275"/>
            <a:ext cx="4570730"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nvSpPr>
        <p:spPr>
          <a:xfrm>
            <a:off x="799055" y="783572"/>
            <a:ext cx="6718395" cy="398780"/>
          </a:xfrm>
          <a:prstGeom prst="rect">
            <a:avLst/>
          </a:prstGeom>
          <a:noFill/>
        </p:spPr>
        <p:txBody>
          <a:bodyPr wrap="square" rtlCol="0" anchor="t">
            <a:spAutoFit/>
          </a:bodyPr>
          <a:lstStyle/>
          <a:p>
            <a:r>
              <a:rPr lang="zh-CN" altLang="en-US" sz="2000" b="1" dirty="0">
                <a:solidFill>
                  <a:srgbClr val="3674F1"/>
                </a:solidFill>
                <a:latin typeface="微软雅黑" panose="020B0503020204020204" pitchFamily="34" charset="-122"/>
                <a:ea typeface="微软雅黑" panose="020B0503020204020204" pitchFamily="34" charset="-122"/>
                <a:sym typeface="+mn-ea"/>
              </a:rPr>
              <a:t>学习平台</a:t>
            </a:r>
            <a:r>
              <a:rPr lang="zh-CN" altLang="en-US" sz="2000" b="1" dirty="0">
                <a:solidFill>
                  <a:srgbClr val="3674F1"/>
                </a:solidFill>
                <a:latin typeface="微软雅黑" panose="020B0503020204020204" pitchFamily="34" charset="-122"/>
                <a:ea typeface="微软雅黑" panose="020B0503020204020204" pitchFamily="34" charset="-122"/>
              </a:rPr>
              <a:t>核心功能：课程学习与学习量化</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sp>
        <p:nvSpPr>
          <p:cNvPr id="4" name="文本框 3"/>
          <p:cNvSpPr txBox="1"/>
          <p:nvPr>
            <p:custDataLst>
              <p:tags r:id="rId2"/>
            </p:custDataLst>
          </p:nvPr>
        </p:nvSpPr>
        <p:spPr>
          <a:xfrm>
            <a:off x="6640830" y="3124835"/>
            <a:ext cx="4815205" cy="1670685"/>
          </a:xfrm>
          <a:prstGeom prst="rect">
            <a:avLst/>
          </a:prstGeom>
          <a:noFill/>
        </p:spPr>
        <p:txBody>
          <a:bodyPr wrap="square" rtlCol="0" anchor="t">
            <a:noAutofit/>
          </a:bodyPr>
          <a:p>
            <a:pPr marL="285750" indent="-285750" fontAlgn="auto">
              <a:lnSpc>
                <a:spcPct val="150000"/>
              </a:lnSpc>
              <a:spcBef>
                <a:spcPts val="1200"/>
              </a:spcBef>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sym typeface="+mn-ea"/>
              </a:rPr>
              <a:t>贴合业务需求的课程大纲，对课程进行内容分类，以及标签标记，方便用户快速查找相关知识点。</a:t>
            </a:r>
            <a:endParaRPr lang="zh-CN" altLang="en-US" sz="1400">
              <a:latin typeface="微软雅黑" panose="020B0503020204020204" pitchFamily="34" charset="-122"/>
              <a:ea typeface="微软雅黑" panose="020B0503020204020204" pitchFamily="34" charset="-122"/>
              <a:sym typeface="+mn-ea"/>
            </a:endParaRPr>
          </a:p>
          <a:p>
            <a:pPr marL="285750" indent="-285750" fontAlgn="auto">
              <a:lnSpc>
                <a:spcPct val="150000"/>
              </a:lnSpc>
              <a:spcBef>
                <a:spcPts val="1200"/>
              </a:spcBef>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sym typeface="+mn-ea"/>
              </a:rPr>
              <a:t>为了便于管理培训情况与培训效果，对每个课程赋予相应学分，学员完成课程学习后，可获得学分。</a:t>
            </a:r>
            <a:endParaRPr lang="zh-CN" altLang="en-US" sz="1400">
              <a:latin typeface="微软雅黑" panose="020B0503020204020204" pitchFamily="34" charset="-122"/>
              <a:ea typeface="微软雅黑" panose="020B0503020204020204" pitchFamily="34" charset="-122"/>
              <a:sym typeface="+mn-ea"/>
            </a:endParaRPr>
          </a:p>
        </p:txBody>
      </p:sp>
      <p:grpSp>
        <p:nvGrpSpPr>
          <p:cNvPr id="26" name="组合 25"/>
          <p:cNvGrpSpPr>
            <a:grpSpLocks noChangeAspect="1"/>
          </p:cNvGrpSpPr>
          <p:nvPr/>
        </p:nvGrpSpPr>
        <p:grpSpPr>
          <a:xfrm rot="0">
            <a:off x="3783965" y="1624965"/>
            <a:ext cx="2306395" cy="4680000"/>
            <a:chOff x="14344" y="2158"/>
            <a:chExt cx="3912" cy="7938"/>
          </a:xfrm>
        </p:grpSpPr>
        <p:pic>
          <p:nvPicPr>
            <p:cNvPr id="14" name="图片 13" descr="课程-目录"/>
            <p:cNvPicPr>
              <a:picLocks noChangeAspect="1"/>
            </p:cNvPicPr>
            <p:nvPr/>
          </p:nvPicPr>
          <p:blipFill>
            <a:blip r:embed="rId3"/>
            <a:stretch>
              <a:fillRect/>
            </a:stretch>
          </p:blipFill>
          <p:spPr>
            <a:xfrm>
              <a:off x="14554" y="2348"/>
              <a:ext cx="3492" cy="7557"/>
            </a:xfrm>
            <a:prstGeom prst="rect">
              <a:avLst/>
            </a:prstGeom>
          </p:spPr>
        </p:pic>
        <p:pic>
          <p:nvPicPr>
            <p:cNvPr id="13" name="图片 12"/>
            <p:cNvPicPr/>
            <p:nvPr>
              <p:custDataLst>
                <p:tags r:id="rId4"/>
              </p:custDataLst>
            </p:nvPr>
          </p:nvPicPr>
          <p:blipFill>
            <a:blip r:embed="rId5"/>
            <a:stretch>
              <a:fillRect/>
            </a:stretch>
          </p:blipFill>
          <p:spPr>
            <a:xfrm>
              <a:off x="14344" y="2158"/>
              <a:ext cx="3912" cy="7938"/>
            </a:xfrm>
            <a:prstGeom prst="rect">
              <a:avLst/>
            </a:prstGeom>
            <a:noFill/>
            <a:ln w="9525">
              <a:noFill/>
            </a:ln>
          </p:spPr>
        </p:pic>
      </p:grpSp>
      <p:grpSp>
        <p:nvGrpSpPr>
          <p:cNvPr id="22" name="组合 21"/>
          <p:cNvGrpSpPr>
            <a:grpSpLocks noChangeAspect="1"/>
          </p:cNvGrpSpPr>
          <p:nvPr/>
        </p:nvGrpSpPr>
        <p:grpSpPr>
          <a:xfrm>
            <a:off x="988718" y="1624965"/>
            <a:ext cx="2306345" cy="4680000"/>
            <a:chOff x="4739" y="2350"/>
            <a:chExt cx="3632" cy="7370"/>
          </a:xfrm>
        </p:grpSpPr>
        <p:pic>
          <p:nvPicPr>
            <p:cNvPr id="23" name="图片 22"/>
            <p:cNvPicPr>
              <a:picLocks noChangeAspect="1"/>
            </p:cNvPicPr>
            <p:nvPr>
              <p:custDataLst>
                <p:tags r:id="rId6"/>
              </p:custDataLst>
            </p:nvPr>
          </p:nvPicPr>
          <p:blipFill>
            <a:blip r:embed="rId7"/>
            <a:stretch>
              <a:fillRect/>
            </a:stretch>
          </p:blipFill>
          <p:spPr>
            <a:xfrm>
              <a:off x="4955" y="2470"/>
              <a:ext cx="3277" cy="7116"/>
            </a:xfrm>
            <a:prstGeom prst="rect">
              <a:avLst/>
            </a:prstGeom>
          </p:spPr>
        </p:pic>
        <p:pic>
          <p:nvPicPr>
            <p:cNvPr id="25" name="图片 24"/>
            <p:cNvPicPr/>
            <p:nvPr>
              <p:custDataLst>
                <p:tags r:id="rId8"/>
              </p:custDataLst>
            </p:nvPr>
          </p:nvPicPr>
          <p:blipFill>
            <a:blip r:embed="rId5"/>
            <a:stretch>
              <a:fillRect/>
            </a:stretch>
          </p:blipFill>
          <p:spPr>
            <a:xfrm>
              <a:off x="4739" y="2350"/>
              <a:ext cx="3633" cy="7370"/>
            </a:xfrm>
            <a:prstGeom prst="rect">
              <a:avLst/>
            </a:prstGeom>
            <a:noFill/>
            <a:ln w="9525">
              <a:noFill/>
            </a:ln>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p:cNvGrpSpPr/>
          <p:nvPr/>
        </p:nvGrpSpPr>
        <p:grpSpPr>
          <a:xfrm>
            <a:off x="-1" y="4818348"/>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grpSp>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53" name="文本框 52"/>
          <p:cNvSpPr txBox="1"/>
          <p:nvPr/>
        </p:nvSpPr>
        <p:spPr>
          <a:xfrm>
            <a:off x="668020" y="295275"/>
            <a:ext cx="4570730"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nvSpPr>
        <p:spPr>
          <a:xfrm>
            <a:off x="799055" y="783572"/>
            <a:ext cx="6718395" cy="398780"/>
          </a:xfrm>
          <a:prstGeom prst="rect">
            <a:avLst/>
          </a:prstGeom>
          <a:noFill/>
        </p:spPr>
        <p:txBody>
          <a:bodyPr wrap="square" rtlCol="0" anchor="t">
            <a:spAutoFit/>
          </a:bodyPr>
          <a:lstStyle/>
          <a:p>
            <a:r>
              <a:rPr lang="zh-CN" altLang="en-US" sz="2000" b="1" dirty="0">
                <a:solidFill>
                  <a:srgbClr val="3674F1"/>
                </a:solidFill>
                <a:latin typeface="微软雅黑" panose="020B0503020204020204" pitchFamily="34" charset="-122"/>
                <a:ea typeface="微软雅黑" panose="020B0503020204020204" pitchFamily="34" charset="-122"/>
                <a:sym typeface="+mn-ea"/>
              </a:rPr>
              <a:t>学习平台</a:t>
            </a:r>
            <a:r>
              <a:rPr lang="zh-CN" altLang="en-US" sz="2000" b="1" dirty="0">
                <a:solidFill>
                  <a:srgbClr val="3674F1"/>
                </a:solidFill>
                <a:latin typeface="微软雅黑" panose="020B0503020204020204" pitchFamily="34" charset="-122"/>
                <a:ea typeface="微软雅黑" panose="020B0503020204020204" pitchFamily="34" charset="-122"/>
              </a:rPr>
              <a:t>核心功能：考核测试与考试记录</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grpSp>
        <p:nvGrpSpPr>
          <p:cNvPr id="6" name="组合 5"/>
          <p:cNvGrpSpPr>
            <a:grpSpLocks noChangeAspect="1"/>
          </p:cNvGrpSpPr>
          <p:nvPr/>
        </p:nvGrpSpPr>
        <p:grpSpPr>
          <a:xfrm>
            <a:off x="3789310" y="2358390"/>
            <a:ext cx="2038985" cy="4140000"/>
            <a:chOff x="5837" y="2245"/>
            <a:chExt cx="3212" cy="6520"/>
          </a:xfrm>
        </p:grpSpPr>
        <p:pic>
          <p:nvPicPr>
            <p:cNvPr id="18" name="图片 17" descr="课程-答题"/>
            <p:cNvPicPr>
              <a:picLocks noChangeAspect="1"/>
            </p:cNvPicPr>
            <p:nvPr/>
          </p:nvPicPr>
          <p:blipFill>
            <a:blip r:embed="rId2"/>
            <a:stretch>
              <a:fillRect/>
            </a:stretch>
          </p:blipFill>
          <p:spPr>
            <a:xfrm>
              <a:off x="6010" y="2385"/>
              <a:ext cx="2868" cy="6208"/>
            </a:xfrm>
            <a:prstGeom prst="rect">
              <a:avLst/>
            </a:prstGeom>
          </p:spPr>
        </p:pic>
        <p:pic>
          <p:nvPicPr>
            <p:cNvPr id="20" name="图片 19"/>
            <p:cNvPicPr/>
            <p:nvPr>
              <p:custDataLst>
                <p:tags r:id="rId3"/>
              </p:custDataLst>
            </p:nvPr>
          </p:nvPicPr>
          <p:blipFill>
            <a:blip r:embed="rId4"/>
            <a:stretch>
              <a:fillRect/>
            </a:stretch>
          </p:blipFill>
          <p:spPr>
            <a:xfrm>
              <a:off x="5837" y="2245"/>
              <a:ext cx="3213" cy="6521"/>
            </a:xfrm>
            <a:prstGeom prst="rect">
              <a:avLst/>
            </a:prstGeom>
            <a:noFill/>
            <a:ln w="9525">
              <a:noFill/>
            </a:ln>
          </p:spPr>
        </p:pic>
      </p:grpSp>
      <p:grpSp>
        <p:nvGrpSpPr>
          <p:cNvPr id="7" name="组合 6"/>
          <p:cNvGrpSpPr>
            <a:grpSpLocks noChangeAspect="1"/>
          </p:cNvGrpSpPr>
          <p:nvPr/>
        </p:nvGrpSpPr>
        <p:grpSpPr>
          <a:xfrm>
            <a:off x="9037585" y="2357755"/>
            <a:ext cx="2038985" cy="4140000"/>
            <a:chOff x="13774" y="2331"/>
            <a:chExt cx="3212" cy="6520"/>
          </a:xfrm>
        </p:grpSpPr>
        <p:pic>
          <p:nvPicPr>
            <p:cNvPr id="15" name="图片 14" descr="课程-考试报告（已通过）"/>
            <p:cNvPicPr>
              <a:picLocks noChangeAspect="1"/>
            </p:cNvPicPr>
            <p:nvPr/>
          </p:nvPicPr>
          <p:blipFill>
            <a:blip r:embed="rId5"/>
            <a:stretch>
              <a:fillRect/>
            </a:stretch>
          </p:blipFill>
          <p:spPr>
            <a:xfrm>
              <a:off x="13946" y="2471"/>
              <a:ext cx="2868" cy="6208"/>
            </a:xfrm>
            <a:prstGeom prst="rect">
              <a:avLst/>
            </a:prstGeom>
          </p:spPr>
        </p:pic>
        <p:pic>
          <p:nvPicPr>
            <p:cNvPr id="24" name="图片 23"/>
            <p:cNvPicPr/>
            <p:nvPr>
              <p:custDataLst>
                <p:tags r:id="rId6"/>
              </p:custDataLst>
            </p:nvPr>
          </p:nvPicPr>
          <p:blipFill>
            <a:blip r:embed="rId4"/>
            <a:stretch>
              <a:fillRect/>
            </a:stretch>
          </p:blipFill>
          <p:spPr>
            <a:xfrm>
              <a:off x="13774" y="2331"/>
              <a:ext cx="3213" cy="6521"/>
            </a:xfrm>
            <a:prstGeom prst="rect">
              <a:avLst/>
            </a:prstGeom>
            <a:noFill/>
            <a:ln w="9525">
              <a:noFill/>
            </a:ln>
          </p:spPr>
        </p:pic>
      </p:grpSp>
      <p:grpSp>
        <p:nvGrpSpPr>
          <p:cNvPr id="3" name="组合 2"/>
          <p:cNvGrpSpPr>
            <a:grpSpLocks noChangeAspect="1"/>
          </p:cNvGrpSpPr>
          <p:nvPr/>
        </p:nvGrpSpPr>
        <p:grpSpPr>
          <a:xfrm>
            <a:off x="1164855" y="2358590"/>
            <a:ext cx="2039620" cy="4140000"/>
            <a:chOff x="1590" y="2230"/>
            <a:chExt cx="3632" cy="7370"/>
          </a:xfrm>
        </p:grpSpPr>
        <p:pic>
          <p:nvPicPr>
            <p:cNvPr id="31" name="图片 30"/>
            <p:cNvPicPr>
              <a:picLocks noChangeAspect="1"/>
            </p:cNvPicPr>
            <p:nvPr>
              <p:custDataLst>
                <p:tags r:id="rId7"/>
              </p:custDataLst>
            </p:nvPr>
          </p:nvPicPr>
          <p:blipFill>
            <a:blip r:embed="rId8"/>
            <a:stretch>
              <a:fillRect/>
            </a:stretch>
          </p:blipFill>
          <p:spPr>
            <a:xfrm>
              <a:off x="1768" y="2325"/>
              <a:ext cx="3277" cy="7169"/>
            </a:xfrm>
            <a:prstGeom prst="rect">
              <a:avLst/>
            </a:prstGeom>
          </p:spPr>
        </p:pic>
        <p:pic>
          <p:nvPicPr>
            <p:cNvPr id="32" name="图片 31"/>
            <p:cNvPicPr/>
            <p:nvPr>
              <p:custDataLst>
                <p:tags r:id="rId9"/>
              </p:custDataLst>
            </p:nvPr>
          </p:nvPicPr>
          <p:blipFill>
            <a:blip r:embed="rId4"/>
            <a:stretch>
              <a:fillRect/>
            </a:stretch>
          </p:blipFill>
          <p:spPr>
            <a:xfrm>
              <a:off x="1590" y="2230"/>
              <a:ext cx="3633" cy="7370"/>
            </a:xfrm>
            <a:prstGeom prst="rect">
              <a:avLst/>
            </a:prstGeom>
            <a:noFill/>
            <a:ln w="9525">
              <a:noFill/>
            </a:ln>
          </p:spPr>
        </p:pic>
      </p:grpSp>
      <p:sp>
        <p:nvSpPr>
          <p:cNvPr id="4" name="文本框 3"/>
          <p:cNvSpPr txBox="1"/>
          <p:nvPr>
            <p:custDataLst>
              <p:tags r:id="rId10"/>
            </p:custDataLst>
          </p:nvPr>
        </p:nvSpPr>
        <p:spPr>
          <a:xfrm>
            <a:off x="798830" y="1292225"/>
            <a:ext cx="10279380" cy="1159510"/>
          </a:xfrm>
          <a:prstGeom prst="rect">
            <a:avLst/>
          </a:prstGeom>
          <a:noFill/>
        </p:spPr>
        <p:txBody>
          <a:bodyPr wrap="square" rtlCol="0" anchor="t">
            <a:noAutofit/>
          </a:bodyPr>
          <a:p>
            <a:pPr marL="285750" indent="-285750" fontAlgn="auto">
              <a:lnSpc>
                <a:spcPct val="150000"/>
              </a:lnSpc>
              <a:spcBef>
                <a:spcPts val="0"/>
              </a:spcBef>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sym typeface="+mn-ea"/>
              </a:rPr>
              <a:t>为开展针对性自主测试以及上级部门开展常态会考核测试，提供线上考试功能；保证考核有效性、公正性，限制考试时长，并提供自动化阅卷功能，考完即可获得及时结果反馈；同时，提供题库练习等刷题服务，多样化学习巩固知识，提升考试通过率。</a:t>
            </a:r>
            <a:endParaRPr lang="zh-CN" altLang="en-US" sz="1400">
              <a:latin typeface="微软雅黑" panose="020B0503020204020204" pitchFamily="34" charset="-122"/>
              <a:ea typeface="微软雅黑" panose="020B0503020204020204" pitchFamily="34" charset="-122"/>
              <a:sym typeface="+mn-ea"/>
            </a:endParaRPr>
          </a:p>
        </p:txBody>
      </p:sp>
      <p:grpSp>
        <p:nvGrpSpPr>
          <p:cNvPr id="8" name="组合 7"/>
          <p:cNvGrpSpPr>
            <a:grpSpLocks noChangeAspect="1"/>
          </p:cNvGrpSpPr>
          <p:nvPr/>
        </p:nvGrpSpPr>
        <p:grpSpPr>
          <a:xfrm>
            <a:off x="6413130" y="2357755"/>
            <a:ext cx="2039620" cy="4140000"/>
            <a:chOff x="1564" y="2395"/>
            <a:chExt cx="3352" cy="6802"/>
          </a:xfrm>
        </p:grpSpPr>
        <p:pic>
          <p:nvPicPr>
            <p:cNvPr id="30" name="图片 29" descr="训练营-答题-单选"/>
            <p:cNvPicPr>
              <a:picLocks noChangeAspect="1"/>
            </p:cNvPicPr>
            <p:nvPr>
              <p:custDataLst>
                <p:tags r:id="rId11"/>
              </p:custDataLst>
            </p:nvPr>
          </p:nvPicPr>
          <p:blipFill>
            <a:blip r:embed="rId12"/>
            <a:stretch>
              <a:fillRect/>
            </a:stretch>
          </p:blipFill>
          <p:spPr>
            <a:xfrm>
              <a:off x="1744" y="2547"/>
              <a:ext cx="2995" cy="6483"/>
            </a:xfrm>
            <a:prstGeom prst="rect">
              <a:avLst/>
            </a:prstGeom>
          </p:spPr>
        </p:pic>
        <p:pic>
          <p:nvPicPr>
            <p:cNvPr id="10" name="图片 9"/>
            <p:cNvPicPr/>
            <p:nvPr>
              <p:custDataLst>
                <p:tags r:id="rId13"/>
              </p:custDataLst>
            </p:nvPr>
          </p:nvPicPr>
          <p:blipFill>
            <a:blip r:embed="rId4"/>
            <a:stretch>
              <a:fillRect/>
            </a:stretch>
          </p:blipFill>
          <p:spPr>
            <a:xfrm>
              <a:off x="1564" y="2395"/>
              <a:ext cx="3352" cy="6803"/>
            </a:xfrm>
            <a:prstGeom prst="rect">
              <a:avLst/>
            </a:prstGeom>
            <a:noFill/>
            <a:ln w="9525">
              <a:noFill/>
            </a:ln>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p:cNvGrpSpPr/>
          <p:nvPr/>
        </p:nvGrpSpPr>
        <p:grpSpPr>
          <a:xfrm>
            <a:off x="-1" y="4818348"/>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pitchFamily="34" charset="-122"/>
                <a:ea typeface="微软雅黑" panose="020B0503020204020204" pitchFamily="34" charset="-122"/>
              </a:endParaRPr>
            </a:p>
          </p:txBody>
        </p:sp>
      </p:grpSp>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53" name="文本框 52"/>
          <p:cNvSpPr txBox="1"/>
          <p:nvPr/>
        </p:nvSpPr>
        <p:spPr>
          <a:xfrm>
            <a:off x="668020" y="295275"/>
            <a:ext cx="3870325"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nvSpPr>
        <p:spPr>
          <a:xfrm>
            <a:off x="798830" y="783590"/>
            <a:ext cx="4946650" cy="398780"/>
          </a:xfrm>
          <a:prstGeom prst="rect">
            <a:avLst/>
          </a:prstGeom>
          <a:noFill/>
        </p:spPr>
        <p:txBody>
          <a:bodyPr wrap="square" rtlCol="0" anchor="t">
            <a:spAutoFit/>
          </a:bodyPr>
          <a:lstStyle/>
          <a:p>
            <a:r>
              <a:rPr lang="zh-CN" altLang="en-US" sz="2000" b="1" dirty="0">
                <a:solidFill>
                  <a:srgbClr val="3674F1"/>
                </a:solidFill>
                <a:latin typeface="微软雅黑" panose="020B0503020204020204" pitchFamily="34" charset="-122"/>
                <a:ea typeface="微软雅黑" panose="020B0503020204020204" pitchFamily="34" charset="-122"/>
                <a:sym typeface="+mn-ea"/>
              </a:rPr>
              <a:t>学习平台</a:t>
            </a:r>
            <a:r>
              <a:rPr lang="zh-CN" altLang="en-US" sz="2000" b="1" dirty="0">
                <a:solidFill>
                  <a:srgbClr val="3674F1"/>
                </a:solidFill>
                <a:latin typeface="微软雅黑" panose="020B0503020204020204" pitchFamily="34" charset="-122"/>
                <a:ea typeface="微软雅黑" panose="020B0503020204020204" pitchFamily="34" charset="-122"/>
              </a:rPr>
              <a:t>核心功能：个人信息与成长体系</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grpSp>
        <p:nvGrpSpPr>
          <p:cNvPr id="3" name="组合 2"/>
          <p:cNvGrpSpPr>
            <a:grpSpLocks noChangeAspect="1"/>
          </p:cNvGrpSpPr>
          <p:nvPr/>
        </p:nvGrpSpPr>
        <p:grpSpPr>
          <a:xfrm>
            <a:off x="5034915" y="1768475"/>
            <a:ext cx="2040273" cy="4140000"/>
            <a:chOff x="9480" y="1847"/>
            <a:chExt cx="3912" cy="7938"/>
          </a:xfrm>
        </p:grpSpPr>
        <p:pic>
          <p:nvPicPr>
            <p:cNvPr id="9" name="图片 8" descr="我的"/>
            <p:cNvPicPr>
              <a:picLocks noChangeAspect="1"/>
            </p:cNvPicPr>
            <p:nvPr/>
          </p:nvPicPr>
          <p:blipFill>
            <a:blip r:embed="rId2"/>
            <a:stretch>
              <a:fillRect/>
            </a:stretch>
          </p:blipFill>
          <p:spPr>
            <a:xfrm>
              <a:off x="9691" y="2038"/>
              <a:ext cx="3490" cy="7557"/>
            </a:xfrm>
            <a:prstGeom prst="rect">
              <a:avLst/>
            </a:prstGeom>
          </p:spPr>
        </p:pic>
        <p:grpSp>
          <p:nvGrpSpPr>
            <p:cNvPr id="39" name="组合 38"/>
            <p:cNvGrpSpPr>
              <a:grpSpLocks noChangeAspect="1"/>
            </p:cNvGrpSpPr>
            <p:nvPr/>
          </p:nvGrpSpPr>
          <p:grpSpPr>
            <a:xfrm>
              <a:off x="9693" y="8845"/>
              <a:ext cx="3492" cy="744"/>
              <a:chOff x="13779" y="8794"/>
              <a:chExt cx="3007" cy="641"/>
            </a:xfrm>
          </p:grpSpPr>
          <p:pic>
            <p:nvPicPr>
              <p:cNvPr id="7" name="图片 6" descr="编组 8@2x"/>
              <p:cNvPicPr>
                <a:picLocks noChangeAspect="1"/>
              </p:cNvPicPr>
              <p:nvPr>
                <p:custDataLst>
                  <p:tags r:id="rId3"/>
                </p:custDataLst>
              </p:nvPr>
            </p:nvPicPr>
            <p:blipFill>
              <a:blip r:embed="rId4"/>
              <a:srcRect l="1281" t="6049" r="1182" b="5096"/>
              <a:stretch>
                <a:fillRect/>
              </a:stretch>
            </p:blipFill>
            <p:spPr>
              <a:xfrm>
                <a:off x="13779" y="8794"/>
                <a:ext cx="2993" cy="641"/>
              </a:xfrm>
              <a:prstGeom prst="rect">
                <a:avLst/>
              </a:prstGeom>
            </p:spPr>
          </p:pic>
          <p:grpSp>
            <p:nvGrpSpPr>
              <p:cNvPr id="34" name="组合 33"/>
              <p:cNvGrpSpPr/>
              <p:nvPr/>
            </p:nvGrpSpPr>
            <p:grpSpPr>
              <a:xfrm>
                <a:off x="13793" y="8794"/>
                <a:ext cx="2993" cy="641"/>
                <a:chOff x="6067" y="8782"/>
                <a:chExt cx="2993" cy="641"/>
              </a:xfrm>
            </p:grpSpPr>
            <p:pic>
              <p:nvPicPr>
                <p:cNvPr id="35" name="图片 34" descr="编组 8@2x"/>
                <p:cNvPicPr>
                  <a:picLocks noChangeAspect="1"/>
                </p:cNvPicPr>
                <p:nvPr>
                  <p:custDataLst>
                    <p:tags r:id="rId5"/>
                  </p:custDataLst>
                </p:nvPr>
              </p:nvPicPr>
              <p:blipFill>
                <a:blip r:embed="rId4"/>
                <a:srcRect l="1281" t="6049" r="1182" b="5096"/>
                <a:stretch>
                  <a:fillRect/>
                </a:stretch>
              </p:blipFill>
              <p:spPr>
                <a:xfrm>
                  <a:off x="6067" y="8782"/>
                  <a:ext cx="2993" cy="641"/>
                </a:xfrm>
                <a:prstGeom prst="rect">
                  <a:avLst/>
                </a:prstGeom>
              </p:spPr>
            </p:pic>
            <p:sp>
              <p:nvSpPr>
                <p:cNvPr id="36" name="矩形 35"/>
                <p:cNvSpPr/>
                <p:nvPr>
                  <p:custDataLst>
                    <p:tags r:id="rId6"/>
                  </p:custDataLst>
                </p:nvPr>
              </p:nvSpPr>
              <p:spPr>
                <a:xfrm>
                  <a:off x="6236" y="8819"/>
                  <a:ext cx="274" cy="37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7" name="图片 36" descr="编组 6备份 2@2x"/>
                <p:cNvPicPr>
                  <a:picLocks noChangeAspect="1"/>
                </p:cNvPicPr>
                <p:nvPr>
                  <p:custDataLst>
                    <p:tags r:id="rId7"/>
                  </p:custDataLst>
                </p:nvPr>
              </p:nvPicPr>
              <p:blipFill>
                <a:blip r:embed="rId8"/>
                <a:stretch>
                  <a:fillRect/>
                </a:stretch>
              </p:blipFill>
              <p:spPr>
                <a:xfrm>
                  <a:off x="6275" y="8819"/>
                  <a:ext cx="204" cy="306"/>
                </a:xfrm>
                <a:prstGeom prst="rect">
                  <a:avLst/>
                </a:prstGeom>
              </p:spPr>
            </p:pic>
            <p:sp>
              <p:nvSpPr>
                <p:cNvPr id="42" name="矩形 41"/>
                <p:cNvSpPr/>
                <p:nvPr>
                  <p:custDataLst>
                    <p:tags r:id="rId9"/>
                  </p:custDataLst>
                </p:nvPr>
              </p:nvSpPr>
              <p:spPr>
                <a:xfrm>
                  <a:off x="8609" y="8819"/>
                  <a:ext cx="274" cy="37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38" name="图片 37" descr="我的@2x"/>
              <p:cNvPicPr>
                <a:picLocks noChangeAspect="1"/>
              </p:cNvPicPr>
              <p:nvPr>
                <p:custDataLst>
                  <p:tags r:id="rId10"/>
                </p:custDataLst>
              </p:nvPr>
            </p:nvPicPr>
            <p:blipFill>
              <a:blip r:embed="rId11"/>
              <a:stretch>
                <a:fillRect/>
              </a:stretch>
            </p:blipFill>
            <p:spPr>
              <a:xfrm>
                <a:off x="16370" y="8831"/>
                <a:ext cx="204" cy="306"/>
              </a:xfrm>
              <a:prstGeom prst="rect">
                <a:avLst/>
              </a:prstGeom>
            </p:spPr>
          </p:pic>
        </p:grpSp>
        <p:pic>
          <p:nvPicPr>
            <p:cNvPr id="20" name="图片 19"/>
            <p:cNvPicPr/>
            <p:nvPr>
              <p:custDataLst>
                <p:tags r:id="rId12"/>
              </p:custDataLst>
            </p:nvPr>
          </p:nvPicPr>
          <p:blipFill>
            <a:blip r:embed="rId13"/>
            <a:stretch>
              <a:fillRect/>
            </a:stretch>
          </p:blipFill>
          <p:spPr>
            <a:xfrm>
              <a:off x="9480" y="1847"/>
              <a:ext cx="3912" cy="7938"/>
            </a:xfrm>
            <a:prstGeom prst="rect">
              <a:avLst/>
            </a:prstGeom>
            <a:noFill/>
            <a:ln w="9525">
              <a:noFill/>
            </a:ln>
          </p:spPr>
        </p:pic>
      </p:grpSp>
      <p:grpSp>
        <p:nvGrpSpPr>
          <p:cNvPr id="19" name="组合 18"/>
          <p:cNvGrpSpPr>
            <a:grpSpLocks noChangeAspect="1"/>
          </p:cNvGrpSpPr>
          <p:nvPr/>
        </p:nvGrpSpPr>
        <p:grpSpPr>
          <a:xfrm>
            <a:off x="7336790" y="1768475"/>
            <a:ext cx="2040273" cy="4140000"/>
            <a:chOff x="14210" y="2087"/>
            <a:chExt cx="3912" cy="7938"/>
          </a:xfrm>
        </p:grpSpPr>
        <p:pic>
          <p:nvPicPr>
            <p:cNvPr id="12" name="图片 11" descr="我的-学分记录"/>
            <p:cNvPicPr>
              <a:picLocks noChangeAspect="1"/>
            </p:cNvPicPr>
            <p:nvPr>
              <p:custDataLst>
                <p:tags r:id="rId14"/>
              </p:custDataLst>
            </p:nvPr>
          </p:nvPicPr>
          <p:blipFill>
            <a:blip r:embed="rId15"/>
            <a:stretch>
              <a:fillRect/>
            </a:stretch>
          </p:blipFill>
          <p:spPr>
            <a:xfrm>
              <a:off x="14421" y="2277"/>
              <a:ext cx="3490" cy="7557"/>
            </a:xfrm>
            <a:prstGeom prst="rect">
              <a:avLst/>
            </a:prstGeom>
          </p:spPr>
        </p:pic>
        <p:pic>
          <p:nvPicPr>
            <p:cNvPr id="13" name="图片 12"/>
            <p:cNvPicPr/>
            <p:nvPr>
              <p:custDataLst>
                <p:tags r:id="rId16"/>
              </p:custDataLst>
            </p:nvPr>
          </p:nvPicPr>
          <p:blipFill>
            <a:blip r:embed="rId13"/>
            <a:stretch>
              <a:fillRect/>
            </a:stretch>
          </p:blipFill>
          <p:spPr>
            <a:xfrm>
              <a:off x="14210" y="2087"/>
              <a:ext cx="3912" cy="7938"/>
            </a:xfrm>
            <a:prstGeom prst="rect">
              <a:avLst/>
            </a:prstGeom>
            <a:noFill/>
            <a:ln w="9525">
              <a:noFill/>
            </a:ln>
          </p:spPr>
        </p:pic>
      </p:grpSp>
      <p:grpSp>
        <p:nvGrpSpPr>
          <p:cNvPr id="6" name="组合 5"/>
          <p:cNvGrpSpPr>
            <a:grpSpLocks noChangeAspect="1"/>
          </p:cNvGrpSpPr>
          <p:nvPr/>
        </p:nvGrpSpPr>
        <p:grpSpPr>
          <a:xfrm>
            <a:off x="9638665" y="1768475"/>
            <a:ext cx="2040273" cy="4140000"/>
            <a:chOff x="9480" y="1847"/>
            <a:chExt cx="3912" cy="7938"/>
          </a:xfrm>
        </p:grpSpPr>
        <p:pic>
          <p:nvPicPr>
            <p:cNvPr id="10" name="图片 9" descr="我的-学时统计"/>
            <p:cNvPicPr>
              <a:picLocks noChangeAspect="1"/>
            </p:cNvPicPr>
            <p:nvPr>
              <p:custDataLst>
                <p:tags r:id="rId17"/>
              </p:custDataLst>
            </p:nvPr>
          </p:nvPicPr>
          <p:blipFill>
            <a:blip r:embed="rId18"/>
            <a:stretch>
              <a:fillRect/>
            </a:stretch>
          </p:blipFill>
          <p:spPr>
            <a:xfrm>
              <a:off x="9691" y="2037"/>
              <a:ext cx="3490" cy="7557"/>
            </a:xfrm>
            <a:prstGeom prst="rect">
              <a:avLst/>
            </a:prstGeom>
          </p:spPr>
        </p:pic>
        <p:pic>
          <p:nvPicPr>
            <p:cNvPr id="11" name="图片 10" descr="我的-签到"/>
            <p:cNvPicPr>
              <a:picLocks noChangeAspect="1"/>
            </p:cNvPicPr>
            <p:nvPr>
              <p:custDataLst>
                <p:tags r:id="rId19"/>
              </p:custDataLst>
            </p:nvPr>
          </p:nvPicPr>
          <p:blipFill>
            <a:blip r:embed="rId20"/>
            <a:stretch>
              <a:fillRect/>
            </a:stretch>
          </p:blipFill>
          <p:spPr>
            <a:xfrm>
              <a:off x="9705" y="2037"/>
              <a:ext cx="3482" cy="7540"/>
            </a:xfrm>
            <a:prstGeom prst="rect">
              <a:avLst/>
            </a:prstGeom>
          </p:spPr>
        </p:pic>
        <p:pic>
          <p:nvPicPr>
            <p:cNvPr id="14" name="图片 13"/>
            <p:cNvPicPr/>
            <p:nvPr>
              <p:custDataLst>
                <p:tags r:id="rId21"/>
              </p:custDataLst>
            </p:nvPr>
          </p:nvPicPr>
          <p:blipFill>
            <a:blip r:embed="rId13"/>
            <a:stretch>
              <a:fillRect/>
            </a:stretch>
          </p:blipFill>
          <p:spPr>
            <a:xfrm>
              <a:off x="9480" y="1847"/>
              <a:ext cx="3912" cy="7938"/>
            </a:xfrm>
            <a:prstGeom prst="rect">
              <a:avLst/>
            </a:prstGeom>
            <a:noFill/>
            <a:ln w="9525">
              <a:noFill/>
            </a:ln>
          </p:spPr>
        </p:pic>
      </p:grpSp>
      <p:sp>
        <p:nvSpPr>
          <p:cNvPr id="15" name="文本框 14"/>
          <p:cNvSpPr txBox="1"/>
          <p:nvPr>
            <p:custDataLst>
              <p:tags r:id="rId22"/>
            </p:custDataLst>
          </p:nvPr>
        </p:nvSpPr>
        <p:spPr>
          <a:xfrm>
            <a:off x="535940" y="2698750"/>
            <a:ext cx="4127500" cy="1783715"/>
          </a:xfrm>
          <a:prstGeom prst="rect">
            <a:avLst/>
          </a:prstGeom>
          <a:noFill/>
        </p:spPr>
        <p:txBody>
          <a:bodyPr wrap="square" rtlCol="0" anchor="t">
            <a:spAutoFit/>
          </a:bodyPr>
          <a:p>
            <a:pPr marL="285750" indent="-285750" fontAlgn="auto">
              <a:lnSpc>
                <a:spcPct val="150000"/>
              </a:lnSpc>
              <a:spcBef>
                <a:spcPts val="600"/>
              </a:spcBef>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sym typeface="+mn-ea"/>
              </a:rPr>
              <a:t>为了提升学员在平台的活跃度，帮助养成学习习惯，设立积分体系，完成每日签到及学习相关任务可获得相应积分。</a:t>
            </a:r>
            <a:endParaRPr lang="zh-CN" altLang="en-US" sz="1400">
              <a:latin typeface="微软雅黑" panose="020B0503020204020204" pitchFamily="34" charset="-122"/>
              <a:ea typeface="微软雅黑" panose="020B0503020204020204" pitchFamily="34" charset="-122"/>
              <a:sym typeface="+mn-ea"/>
            </a:endParaRPr>
          </a:p>
          <a:p>
            <a:pPr marL="285750" indent="-285750" fontAlgn="auto">
              <a:lnSpc>
                <a:spcPct val="150000"/>
              </a:lnSpc>
              <a:spcBef>
                <a:spcPts val="600"/>
              </a:spcBef>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sym typeface="+mn-ea"/>
              </a:rPr>
              <a:t>建立积分兑换商城，为灾害信息员福利发放提供平台入口。</a:t>
            </a:r>
            <a:endParaRPr lang="zh-CN" altLang="en-US" sz="140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1" y="4923123"/>
            <a:ext cx="12192001" cy="2039653"/>
            <a:chOff x="-1" y="4818348"/>
            <a:chExt cx="12192001" cy="2039653"/>
          </a:xfrm>
        </p:grpSpPr>
        <p:sp>
          <p:nvSpPr>
            <p:cNvPr id="29"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1"/>
              </p:custDataLst>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30"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2"/>
              </p:custDataLst>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31"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3"/>
              </p:custDataLst>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32"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4"/>
              </p:custDataLst>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grpSp>
      <p:pic>
        <p:nvPicPr>
          <p:cNvPr id="52" name="图片 51"/>
          <p:cNvPicPr>
            <a:picLocks noChangeAspect="1"/>
          </p:cNvPicPr>
          <p:nvPr/>
        </p:nvPicPr>
        <p:blipFill>
          <a:blip r:embed="rId5"/>
          <a:stretch>
            <a:fillRect/>
          </a:stretch>
        </p:blipFill>
        <p:spPr>
          <a:xfrm>
            <a:off x="10709531" y="439853"/>
            <a:ext cx="1016579" cy="344049"/>
          </a:xfrm>
          <a:prstGeom prst="rect">
            <a:avLst/>
          </a:prstGeom>
        </p:spPr>
      </p:pic>
      <p:sp>
        <p:nvSpPr>
          <p:cNvPr id="54" name="矩形 53"/>
          <p:cNvSpPr/>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nvSpPr>
        <p:spPr>
          <a:xfrm>
            <a:off x="798830" y="783590"/>
            <a:ext cx="3020060" cy="398780"/>
          </a:xfrm>
          <a:prstGeom prst="rect">
            <a:avLst/>
          </a:prstGeom>
          <a:noFill/>
        </p:spPr>
        <p:txBody>
          <a:bodyPr wrap="square" rtlCol="0" anchor="t">
            <a:spAutoFit/>
          </a:bodyPr>
          <a:lstStyle/>
          <a:p>
            <a:r>
              <a:rPr lang="zh-CN" altLang="en-US" sz="2000" b="1" dirty="0">
                <a:solidFill>
                  <a:srgbClr val="3674F1"/>
                </a:solidFill>
                <a:latin typeface="微软雅黑" panose="020B0503020204020204" pitchFamily="34" charset="-122"/>
                <a:ea typeface="微软雅黑" panose="020B0503020204020204" pitchFamily="34" charset="-122"/>
              </a:rPr>
              <a:t>培训统计：统计总览</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6"/>
            </p:custDataLst>
          </p:nvPr>
        </p:nvSpPr>
        <p:spPr>
          <a:xfrm>
            <a:off x="2122170" y="1638935"/>
            <a:ext cx="8658225" cy="737235"/>
          </a:xfrm>
          <a:prstGeom prst="rect">
            <a:avLst/>
          </a:prstGeom>
          <a:noFill/>
        </p:spPr>
        <p:txBody>
          <a:bodyPr wrap="square" rtlCol="0" anchor="t">
            <a:spAutoFit/>
          </a:bodyPr>
          <a:p>
            <a:pPr indent="0" fontAlgn="auto">
              <a:lnSpc>
                <a:spcPct val="150000"/>
              </a:lnSpc>
              <a:spcBef>
                <a:spcPts val="600"/>
              </a:spcBef>
              <a:buNone/>
            </a:pPr>
            <a:r>
              <a:rPr lang="zh-CN" sz="1400">
                <a:latin typeface="微软雅黑" panose="020B0503020204020204" pitchFamily="34" charset="-122"/>
                <a:ea typeface="微软雅黑" panose="020B0503020204020204" pitchFamily="34" charset="-122"/>
                <a:sym typeface="+mn-ea"/>
              </a:rPr>
              <a:t>监管单位可以通过学习培训统计数据看板，查看当前总体学习情况，包括上线学习人数、达标人数以及各类课程学习情况。</a:t>
            </a:r>
            <a:endParaRPr lang="zh-CN" sz="1400">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8482965" y="4751070"/>
            <a:ext cx="2392680" cy="645160"/>
          </a:xfrm>
          <a:prstGeom prst="rect">
            <a:avLst/>
          </a:prstGeom>
          <a:noFill/>
        </p:spPr>
        <p:txBody>
          <a:bodyPr wrap="square" rtlCol="0" anchor="t">
            <a:spAutoFit/>
          </a:bodyPr>
          <a:p>
            <a:pPr indent="0" fontAlgn="auto">
              <a:lnSpc>
                <a:spcPct val="150000"/>
              </a:lnSpc>
              <a:spcBef>
                <a:spcPts val="600"/>
              </a:spcBef>
              <a:buNone/>
            </a:pPr>
            <a:r>
              <a:rPr lang="zh-CN" sz="1200">
                <a:latin typeface="微软雅黑" panose="020B0503020204020204" pitchFamily="34" charset="-122"/>
                <a:ea typeface="微软雅黑" panose="020B0503020204020204" pitchFamily="34" charset="-122"/>
                <a:sym typeface="+mn-ea"/>
              </a:rPr>
              <a:t>可通过筛选层级，查看子级单位总体学习情况。</a:t>
            </a:r>
            <a:endParaRPr lang="zh-CN" altLang="en-US" sz="1200">
              <a:latin typeface="微软雅黑" panose="020B0503020204020204" pitchFamily="34" charset="-122"/>
              <a:ea typeface="微软雅黑" panose="020B0503020204020204" pitchFamily="34" charset="-122"/>
              <a:sym typeface="+mn-ea"/>
            </a:endParaRPr>
          </a:p>
        </p:txBody>
      </p:sp>
      <p:grpSp>
        <p:nvGrpSpPr>
          <p:cNvPr id="4" name="组合 3"/>
          <p:cNvGrpSpPr>
            <a:grpSpLocks noChangeAspect="1"/>
          </p:cNvGrpSpPr>
          <p:nvPr/>
        </p:nvGrpSpPr>
        <p:grpSpPr>
          <a:xfrm>
            <a:off x="2181225" y="2966783"/>
            <a:ext cx="8694365" cy="3279232"/>
            <a:chOff x="1326" y="3489"/>
            <a:chExt cx="15513" cy="5851"/>
          </a:xfrm>
        </p:grpSpPr>
        <p:pic>
          <p:nvPicPr>
            <p:cNvPr id="6" name="图片 5"/>
            <p:cNvPicPr>
              <a:picLocks noChangeAspect="1"/>
            </p:cNvPicPr>
            <p:nvPr>
              <p:custDataLst>
                <p:tags r:id="rId7"/>
              </p:custDataLst>
            </p:nvPr>
          </p:nvPicPr>
          <p:blipFill>
            <a:blip r:embed="rId8"/>
            <a:stretch>
              <a:fillRect/>
            </a:stretch>
          </p:blipFill>
          <p:spPr>
            <a:xfrm>
              <a:off x="1326" y="3671"/>
              <a:ext cx="11244" cy="5669"/>
            </a:xfrm>
            <a:prstGeom prst="rect">
              <a:avLst/>
            </a:prstGeom>
            <a:ln>
              <a:noFill/>
            </a:ln>
            <a:effectLst>
              <a:outerShdw blurRad="127000" sx="102000" sy="102000" algn="ctr" rotWithShape="0">
                <a:srgbClr val="7EA6FC">
                  <a:alpha val="10000"/>
                </a:srgbClr>
              </a:outerShdw>
            </a:effectLst>
          </p:spPr>
        </p:pic>
        <p:cxnSp>
          <p:nvCxnSpPr>
            <p:cNvPr id="11" name="肘形连接符 10"/>
            <p:cNvCxnSpPr>
              <a:stCxn id="10" idx="0"/>
              <a:endCxn id="7" idx="0"/>
            </p:cNvCxnSpPr>
            <p:nvPr/>
          </p:nvCxnSpPr>
          <p:spPr>
            <a:xfrm rot="16200000" flipH="1">
              <a:off x="8163" y="-2156"/>
              <a:ext cx="3" cy="11292"/>
            </a:xfrm>
            <a:prstGeom prst="bentConnector3">
              <a:avLst>
                <a:gd name="adj1" fmla="val -12520000"/>
              </a:avLst>
            </a:prstGeom>
            <a:ln w="6350">
              <a:solidFill>
                <a:schemeClr val="accent2"/>
              </a:solidFill>
              <a:tailEnd type="arrow"/>
            </a:ln>
          </p:spPr>
          <p:style>
            <a:lnRef idx="2">
              <a:schemeClr val="accent1"/>
            </a:lnRef>
            <a:fillRef idx="0">
              <a:srgbClr val="FFFFFF"/>
            </a:fillRef>
            <a:effectRef idx="0">
              <a:srgbClr val="FFFFFF"/>
            </a:effectRef>
            <a:fontRef idx="minor">
              <a:schemeClr val="tx1"/>
            </a:fontRef>
          </p:style>
        </p:cxnSp>
        <p:pic>
          <p:nvPicPr>
            <p:cNvPr id="7" name="图片 6"/>
            <p:cNvPicPr>
              <a:picLocks noChangeAspect="1"/>
            </p:cNvPicPr>
            <p:nvPr>
              <p:custDataLst>
                <p:tags r:id="rId9"/>
              </p:custDataLst>
            </p:nvPr>
          </p:nvPicPr>
          <p:blipFill>
            <a:blip r:embed="rId10"/>
            <a:stretch>
              <a:fillRect/>
            </a:stretch>
          </p:blipFill>
          <p:spPr>
            <a:xfrm>
              <a:off x="10781" y="3491"/>
              <a:ext cx="6058" cy="2907"/>
            </a:xfrm>
            <a:prstGeom prst="rect">
              <a:avLst/>
            </a:prstGeom>
            <a:ln>
              <a:noFill/>
            </a:ln>
            <a:effectLst>
              <a:outerShdw blurRad="127000" sx="102000" sy="102000" algn="ctr" rotWithShape="0">
                <a:srgbClr val="7EA6FC">
                  <a:alpha val="10000"/>
                </a:srgbClr>
              </a:outerShdw>
            </a:effectLst>
          </p:spPr>
        </p:pic>
      </p:grpSp>
      <p:sp>
        <p:nvSpPr>
          <p:cNvPr id="14" name="文本框 13"/>
          <p:cNvSpPr txBox="1"/>
          <p:nvPr>
            <p:custDataLst>
              <p:tags r:id="rId11"/>
            </p:custDataLst>
          </p:nvPr>
        </p:nvSpPr>
        <p:spPr>
          <a:xfrm>
            <a:off x="668020" y="295275"/>
            <a:ext cx="3385820" cy="521970"/>
          </a:xfrm>
          <a:prstGeom prst="rect">
            <a:avLst/>
          </a:prstGeom>
          <a:noFill/>
        </p:spPr>
        <p:txBody>
          <a:bodyPr wrap="square" rtlCol="0">
            <a:spAutoFit/>
          </a:bodyPr>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2122170" y="2966085"/>
            <a:ext cx="1455420" cy="336550"/>
          </a:xfrm>
          <a:prstGeom prst="rect">
            <a:avLst/>
          </a:prstGeom>
          <a:noFill/>
          <a:ln w="19050">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圆角矩形 11"/>
          <p:cNvSpPr/>
          <p:nvPr/>
        </p:nvSpPr>
        <p:spPr>
          <a:xfrm>
            <a:off x="0" y="1638935"/>
            <a:ext cx="1417320" cy="360045"/>
          </a:xfrm>
          <a:prstGeom prst="roundRect">
            <a:avLst>
              <a:gd name="adj" fmla="val 5820"/>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rPr>
              <a:t>监管平台</a:t>
            </a:r>
            <a:endParaRPr lang="zh-CN" altLang="en-US" sz="1400" b="1">
              <a:latin typeface="微软雅黑" panose="020B0503020204020204" pitchFamily="34" charset="-122"/>
              <a:ea typeface="微软雅黑" panose="020B0503020204020204" pitchFamily="34" charset="-122"/>
            </a:endParaRPr>
          </a:p>
        </p:txBody>
      </p:sp>
      <p:sp>
        <p:nvSpPr>
          <p:cNvPr id="13" name="圆角矩形 12"/>
          <p:cNvSpPr/>
          <p:nvPr/>
        </p:nvSpPr>
        <p:spPr>
          <a:xfrm>
            <a:off x="0" y="1998980"/>
            <a:ext cx="1417320" cy="2586355"/>
          </a:xfrm>
          <a:prstGeom prst="roundRect">
            <a:avLst>
              <a:gd name="adj" fmla="val 1254"/>
            </a:avLst>
          </a:prstGeom>
          <a:solidFill>
            <a:srgbClr val="ECF4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b="1">
              <a:latin typeface="微软雅黑" panose="020B0503020204020204" pitchFamily="34" charset="-122"/>
              <a:ea typeface="微软雅黑" panose="020B0503020204020204" pitchFamily="34" charset="-122"/>
            </a:endParaRPr>
          </a:p>
        </p:txBody>
      </p:sp>
      <p:sp>
        <p:nvSpPr>
          <p:cNvPr id="15" name="矩形 14"/>
          <p:cNvSpPr/>
          <p:nvPr/>
        </p:nvSpPr>
        <p:spPr>
          <a:xfrm>
            <a:off x="130810" y="2107565"/>
            <a:ext cx="1152525" cy="135509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16" name="文本框 15"/>
          <p:cNvSpPr txBox="1"/>
          <p:nvPr/>
        </p:nvSpPr>
        <p:spPr>
          <a:xfrm>
            <a:off x="130810" y="2155190"/>
            <a:ext cx="1152525" cy="306705"/>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培训统计</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17" name="文本框 16"/>
          <p:cNvSpPr txBox="1"/>
          <p:nvPr/>
        </p:nvSpPr>
        <p:spPr>
          <a:xfrm>
            <a:off x="260985" y="2489200"/>
            <a:ext cx="822960" cy="275590"/>
          </a:xfrm>
          <a:prstGeom prst="rect">
            <a:avLst/>
          </a:prstGeom>
          <a:solidFill>
            <a:schemeClr val="accent1"/>
          </a:solidFill>
        </p:spPr>
        <p:txBody>
          <a:bodyPr wrap="square" rtlCol="0" anchor="t">
            <a:spAutoFit/>
          </a:bodyPr>
          <a:p>
            <a:pPr algn="l"/>
            <a:r>
              <a:rPr lang="zh-CN" altLang="en-US" sz="1200" b="1">
                <a:solidFill>
                  <a:schemeClr val="bg1"/>
                </a:solidFill>
                <a:latin typeface="微软雅黑" panose="020B0503020204020204" pitchFamily="34" charset="-122"/>
                <a:ea typeface="微软雅黑" panose="020B0503020204020204" pitchFamily="34" charset="-122"/>
                <a:sym typeface="+mn-ea"/>
              </a:rPr>
              <a:t>统计总览</a:t>
            </a:r>
            <a:endParaRPr lang="zh-CN" altLang="en-US" sz="1200" b="1">
              <a:solidFill>
                <a:schemeClr val="bg1"/>
              </a:solidFill>
              <a:latin typeface="微软雅黑" panose="020B0503020204020204" pitchFamily="34" charset="-122"/>
              <a:ea typeface="微软雅黑" panose="020B0503020204020204" pitchFamily="34" charset="-122"/>
              <a:sym typeface="+mn-ea"/>
            </a:endParaRPr>
          </a:p>
        </p:txBody>
      </p:sp>
      <p:sp>
        <p:nvSpPr>
          <p:cNvPr id="18" name="文本框 17"/>
          <p:cNvSpPr txBox="1"/>
          <p:nvPr/>
        </p:nvSpPr>
        <p:spPr>
          <a:xfrm>
            <a:off x="268605" y="2793365"/>
            <a:ext cx="1030605" cy="275590"/>
          </a:xfrm>
          <a:prstGeom prst="rect">
            <a:avLst/>
          </a:prstGeom>
          <a:noFill/>
        </p:spPr>
        <p:txBody>
          <a:bodyPr wrap="square" rtlCol="0" anchor="t">
            <a:spAutoFit/>
          </a:bodyPr>
          <a:p>
            <a:pPr algn="l"/>
            <a:r>
              <a:rPr lang="zh-CN" altLang="en-US" sz="1200">
                <a:solidFill>
                  <a:schemeClr val="accent1"/>
                </a:solidFill>
                <a:latin typeface="微软雅黑" panose="020B0503020204020204" pitchFamily="34" charset="-122"/>
                <a:ea typeface="微软雅黑" panose="020B0503020204020204" pitchFamily="34" charset="-122"/>
                <a:sym typeface="+mn-ea"/>
              </a:rPr>
              <a:t>地区统计</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268605" y="3097530"/>
            <a:ext cx="1030605" cy="275590"/>
          </a:xfrm>
          <a:prstGeom prst="rect">
            <a:avLst/>
          </a:prstGeom>
          <a:noFill/>
        </p:spPr>
        <p:txBody>
          <a:bodyPr wrap="square" rtlCol="0" anchor="t">
            <a:spAutoFit/>
          </a:bodyPr>
          <a:p>
            <a:pPr algn="l"/>
            <a:r>
              <a:rPr lang="zh-CN" altLang="en-US" sz="1200">
                <a:solidFill>
                  <a:schemeClr val="accent1"/>
                </a:solidFill>
                <a:latin typeface="微软雅黑" panose="020B0503020204020204" pitchFamily="34" charset="-122"/>
                <a:ea typeface="微软雅黑" panose="020B0503020204020204" pitchFamily="34" charset="-122"/>
                <a:sym typeface="+mn-ea"/>
              </a:rPr>
              <a:t>学员详情</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sp>
        <p:nvSpPr>
          <p:cNvPr id="20" name="矩形 19"/>
          <p:cNvSpPr/>
          <p:nvPr/>
        </p:nvSpPr>
        <p:spPr>
          <a:xfrm>
            <a:off x="130810" y="3523615"/>
            <a:ext cx="1152525" cy="39600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21" name="文本框 20"/>
          <p:cNvSpPr txBox="1"/>
          <p:nvPr/>
        </p:nvSpPr>
        <p:spPr>
          <a:xfrm>
            <a:off x="130810" y="3571240"/>
            <a:ext cx="1152525" cy="306705"/>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考评管理</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25" name="矩形 24"/>
          <p:cNvSpPr/>
          <p:nvPr/>
        </p:nvSpPr>
        <p:spPr>
          <a:xfrm>
            <a:off x="130810" y="3980815"/>
            <a:ext cx="1152525" cy="39600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26" name="文本框 25"/>
          <p:cNvSpPr txBox="1"/>
          <p:nvPr/>
        </p:nvSpPr>
        <p:spPr>
          <a:xfrm>
            <a:off x="130810" y="4028440"/>
            <a:ext cx="1152525" cy="306705"/>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sz="1400" b="1">
                <a:solidFill>
                  <a:schemeClr val="accent1"/>
                </a:solidFill>
                <a:latin typeface="微软雅黑" panose="020B0503020204020204" pitchFamily="34" charset="-122"/>
                <a:ea typeface="微软雅黑" panose="020B0503020204020204" pitchFamily="34" charset="-122"/>
                <a:sym typeface="+mn-ea"/>
              </a:rPr>
              <a:t>人员管理</a:t>
            </a:r>
            <a:endParaRPr lang="zh-CN" sz="1400" b="1">
              <a:solidFill>
                <a:schemeClr val="accent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54" name="矩形 53"/>
          <p:cNvSpPr/>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nvSpPr>
        <p:spPr>
          <a:xfrm>
            <a:off x="798830" y="783590"/>
            <a:ext cx="3788410" cy="398780"/>
          </a:xfrm>
          <a:prstGeom prst="rect">
            <a:avLst/>
          </a:prstGeom>
          <a:noFill/>
        </p:spPr>
        <p:txBody>
          <a:bodyPr wrap="square" rtlCol="0" anchor="t">
            <a:spAutoFit/>
          </a:bodyPr>
          <a:lstStyle/>
          <a:p>
            <a:r>
              <a:rPr lang="zh-CN" altLang="en-US" sz="2000" b="1" dirty="0">
                <a:solidFill>
                  <a:srgbClr val="3674F1"/>
                </a:solidFill>
                <a:latin typeface="微软雅黑" panose="020B0503020204020204" pitchFamily="34" charset="-122"/>
                <a:ea typeface="微软雅黑" panose="020B0503020204020204" pitchFamily="34" charset="-122"/>
              </a:rPr>
              <a:t>培训统计：地区统计</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grpSp>
        <p:nvGrpSpPr>
          <p:cNvPr id="47" name="组合 46"/>
          <p:cNvGrpSpPr/>
          <p:nvPr/>
        </p:nvGrpSpPr>
        <p:grpSpPr>
          <a:xfrm>
            <a:off x="-1" y="4923123"/>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2"/>
              </p:custDataLst>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3"/>
              </p:custDataLst>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4"/>
              </p:custDataLst>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5"/>
              </p:custDataLst>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grpSp>
      <p:sp>
        <p:nvSpPr>
          <p:cNvPr id="18" name="文本框 17"/>
          <p:cNvSpPr txBox="1"/>
          <p:nvPr>
            <p:custDataLst>
              <p:tags r:id="rId6"/>
            </p:custDataLst>
          </p:nvPr>
        </p:nvSpPr>
        <p:spPr>
          <a:xfrm>
            <a:off x="2005330" y="1693545"/>
            <a:ext cx="8161020" cy="414020"/>
          </a:xfrm>
          <a:prstGeom prst="rect">
            <a:avLst/>
          </a:prstGeom>
          <a:noFill/>
        </p:spPr>
        <p:txBody>
          <a:bodyPr wrap="square" rtlCol="0" anchor="t">
            <a:spAutoFit/>
          </a:bodyPr>
          <a:p>
            <a:pPr indent="0" fontAlgn="auto">
              <a:lnSpc>
                <a:spcPct val="150000"/>
              </a:lnSpc>
              <a:spcBef>
                <a:spcPts val="600"/>
              </a:spcBef>
              <a:buNone/>
            </a:pPr>
            <a:r>
              <a:rPr lang="zh-CN" sz="1400">
                <a:latin typeface="微软雅黑" panose="020B0503020204020204" pitchFamily="34" charset="-122"/>
                <a:ea typeface="微软雅黑" panose="020B0503020204020204" pitchFamily="34" charset="-122"/>
                <a:sym typeface="+mn-ea"/>
              </a:rPr>
              <a:t>通过对各地区层级的学习培训数据统计展示，更好地实行上下级单位督促管理。</a:t>
            </a:r>
            <a:endParaRPr lang="zh-CN" sz="1400">
              <a:latin typeface="微软雅黑" panose="020B0503020204020204" pitchFamily="34" charset="-122"/>
              <a:ea typeface="微软雅黑" panose="020B0503020204020204" pitchFamily="34" charset="-122"/>
              <a:sym typeface="+mn-ea"/>
            </a:endParaRPr>
          </a:p>
        </p:txBody>
      </p:sp>
      <p:grpSp>
        <p:nvGrpSpPr>
          <p:cNvPr id="3" name="组合 2"/>
          <p:cNvGrpSpPr>
            <a:grpSpLocks noChangeAspect="1"/>
          </p:cNvGrpSpPr>
          <p:nvPr/>
        </p:nvGrpSpPr>
        <p:grpSpPr>
          <a:xfrm>
            <a:off x="2005330" y="2437130"/>
            <a:ext cx="9107300" cy="3960000"/>
            <a:chOff x="1391" y="3104"/>
            <a:chExt cx="16883" cy="7341"/>
          </a:xfrm>
        </p:grpSpPr>
        <p:grpSp>
          <p:nvGrpSpPr>
            <p:cNvPr id="21" name="组合 20"/>
            <p:cNvGrpSpPr>
              <a:grpSpLocks noChangeAspect="1"/>
            </p:cNvGrpSpPr>
            <p:nvPr/>
          </p:nvGrpSpPr>
          <p:grpSpPr>
            <a:xfrm>
              <a:off x="1391" y="3104"/>
              <a:ext cx="11338" cy="6212"/>
              <a:chOff x="7224" y="3266"/>
              <a:chExt cx="11338" cy="6212"/>
            </a:xfrm>
          </p:grpSpPr>
          <p:pic>
            <p:nvPicPr>
              <p:cNvPr id="15" name="图片 14"/>
              <p:cNvPicPr>
                <a:picLocks noChangeAspect="1"/>
              </p:cNvPicPr>
              <p:nvPr>
                <p:custDataLst>
                  <p:tags r:id="rId7"/>
                </p:custDataLst>
              </p:nvPr>
            </p:nvPicPr>
            <p:blipFill>
              <a:blip r:embed="rId8"/>
              <a:srcRect b="9323"/>
              <a:stretch>
                <a:fillRect/>
              </a:stretch>
            </p:blipFill>
            <p:spPr>
              <a:xfrm>
                <a:off x="7224" y="3266"/>
                <a:ext cx="11339" cy="6213"/>
              </a:xfrm>
              <a:prstGeom prst="rect">
                <a:avLst/>
              </a:prstGeom>
              <a:effectLst>
                <a:outerShdw blurRad="127000" sx="102000" sy="102000" algn="ctr" rotWithShape="0">
                  <a:srgbClr val="7EA6FC">
                    <a:alpha val="10000"/>
                  </a:srgbClr>
                </a:outerShdw>
              </a:effectLst>
            </p:spPr>
          </p:pic>
          <p:pic>
            <p:nvPicPr>
              <p:cNvPr id="20" name="图片 19"/>
              <p:cNvPicPr>
                <a:picLocks noChangeAspect="1"/>
              </p:cNvPicPr>
              <p:nvPr>
                <p:custDataLst>
                  <p:tags r:id="rId9"/>
                </p:custDataLst>
              </p:nvPr>
            </p:nvPicPr>
            <p:blipFill>
              <a:blip r:embed="rId10"/>
              <a:stretch>
                <a:fillRect/>
              </a:stretch>
            </p:blipFill>
            <p:spPr>
              <a:xfrm>
                <a:off x="7832" y="4807"/>
                <a:ext cx="10124" cy="3288"/>
              </a:xfrm>
              <a:prstGeom prst="rect">
                <a:avLst/>
              </a:prstGeom>
            </p:spPr>
          </p:pic>
        </p:grpSp>
        <p:pic>
          <p:nvPicPr>
            <p:cNvPr id="22" name="图片 21"/>
            <p:cNvPicPr>
              <a:picLocks noChangeAspect="1"/>
            </p:cNvPicPr>
            <p:nvPr>
              <p:custDataLst>
                <p:tags r:id="rId11"/>
              </p:custDataLst>
            </p:nvPr>
          </p:nvPicPr>
          <p:blipFill>
            <a:blip r:embed="rId12"/>
            <a:stretch>
              <a:fillRect/>
            </a:stretch>
          </p:blipFill>
          <p:spPr>
            <a:xfrm>
              <a:off x="6936" y="5491"/>
              <a:ext cx="11339" cy="4955"/>
            </a:xfrm>
            <a:prstGeom prst="rect">
              <a:avLst/>
            </a:prstGeom>
            <a:effectLst>
              <a:outerShdw blurRad="63500" sx="102000" sy="102000" algn="ctr" rotWithShape="0">
                <a:srgbClr val="7EA6FC">
                  <a:alpha val="10000"/>
                </a:srgbClr>
              </a:outerShdw>
            </a:effectLst>
          </p:spPr>
        </p:pic>
      </p:grpSp>
      <p:sp>
        <p:nvSpPr>
          <p:cNvPr id="23" name="文本框 22"/>
          <p:cNvSpPr txBox="1"/>
          <p:nvPr>
            <p:custDataLst>
              <p:tags r:id="rId13"/>
            </p:custDataLst>
          </p:nvPr>
        </p:nvSpPr>
        <p:spPr>
          <a:xfrm>
            <a:off x="668020" y="295275"/>
            <a:ext cx="3385820"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8" name="组合 7"/>
          <p:cNvGrpSpPr/>
          <p:nvPr/>
        </p:nvGrpSpPr>
        <p:grpSpPr>
          <a:xfrm>
            <a:off x="0" y="1638935"/>
            <a:ext cx="1417320" cy="2946400"/>
            <a:chOff x="0" y="2581"/>
            <a:chExt cx="2232" cy="4640"/>
          </a:xfrm>
        </p:grpSpPr>
        <p:sp>
          <p:nvSpPr>
            <p:cNvPr id="12" name="圆角矩形 11"/>
            <p:cNvSpPr/>
            <p:nvPr>
              <p:custDataLst>
                <p:tags r:id="rId14"/>
              </p:custDataLst>
            </p:nvPr>
          </p:nvSpPr>
          <p:spPr>
            <a:xfrm>
              <a:off x="0" y="2581"/>
              <a:ext cx="2232" cy="567"/>
            </a:xfrm>
            <a:prstGeom prst="roundRect">
              <a:avLst>
                <a:gd name="adj" fmla="val 5820"/>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rPr>
                <a:t>监管平台</a:t>
              </a:r>
              <a:endParaRPr lang="zh-CN" altLang="en-US" sz="1400" b="1">
                <a:latin typeface="微软雅黑" panose="020B0503020204020204" pitchFamily="34" charset="-122"/>
                <a:ea typeface="微软雅黑" panose="020B0503020204020204" pitchFamily="34" charset="-122"/>
              </a:endParaRPr>
            </a:p>
          </p:txBody>
        </p:sp>
        <p:sp>
          <p:nvSpPr>
            <p:cNvPr id="13" name="圆角矩形 12"/>
            <p:cNvSpPr/>
            <p:nvPr>
              <p:custDataLst>
                <p:tags r:id="rId15"/>
              </p:custDataLst>
            </p:nvPr>
          </p:nvSpPr>
          <p:spPr>
            <a:xfrm>
              <a:off x="0" y="3148"/>
              <a:ext cx="2232" cy="4073"/>
            </a:xfrm>
            <a:prstGeom prst="roundRect">
              <a:avLst>
                <a:gd name="adj" fmla="val 1254"/>
              </a:avLst>
            </a:prstGeom>
            <a:solidFill>
              <a:srgbClr val="ECF4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b="1">
                <a:latin typeface="微软雅黑" panose="020B0503020204020204" pitchFamily="34" charset="-122"/>
                <a:ea typeface="微软雅黑" panose="020B0503020204020204" pitchFamily="34" charset="-122"/>
              </a:endParaRPr>
            </a:p>
          </p:txBody>
        </p:sp>
        <p:sp>
          <p:nvSpPr>
            <p:cNvPr id="4" name="矩形 3"/>
            <p:cNvSpPr/>
            <p:nvPr>
              <p:custDataLst>
                <p:tags r:id="rId16"/>
              </p:custDataLst>
            </p:nvPr>
          </p:nvSpPr>
          <p:spPr>
            <a:xfrm>
              <a:off x="206" y="3319"/>
              <a:ext cx="1815" cy="2134"/>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16" name="文本框 15"/>
            <p:cNvSpPr txBox="1"/>
            <p:nvPr>
              <p:custDataLst>
                <p:tags r:id="rId17"/>
              </p:custDataLst>
            </p:nvPr>
          </p:nvSpPr>
          <p:spPr>
            <a:xfrm>
              <a:off x="206" y="3394"/>
              <a:ext cx="1815" cy="483"/>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培训统计</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17" name="文本框 16"/>
            <p:cNvSpPr txBox="1"/>
            <p:nvPr>
              <p:custDataLst>
                <p:tags r:id="rId18"/>
              </p:custDataLst>
            </p:nvPr>
          </p:nvSpPr>
          <p:spPr>
            <a:xfrm>
              <a:off x="411" y="3920"/>
              <a:ext cx="1296" cy="434"/>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nchor="t">
              <a:spAutoFit/>
            </a:bodyPr>
            <a:p>
              <a:pPr algn="l"/>
              <a:r>
                <a:rPr lang="zh-CN" altLang="en-US" sz="1200">
                  <a:solidFill>
                    <a:schemeClr val="accent1"/>
                  </a:solidFill>
                  <a:latin typeface="微软雅黑" panose="020B0503020204020204" pitchFamily="34" charset="-122"/>
                  <a:ea typeface="微软雅黑" panose="020B0503020204020204" pitchFamily="34" charset="-122"/>
                  <a:sym typeface="+mn-ea"/>
                </a:rPr>
                <a:t>统计总览</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sp>
          <p:nvSpPr>
            <p:cNvPr id="5" name="文本框 4"/>
            <p:cNvSpPr txBox="1"/>
            <p:nvPr>
              <p:custDataLst>
                <p:tags r:id="rId19"/>
              </p:custDataLst>
            </p:nvPr>
          </p:nvSpPr>
          <p:spPr>
            <a:xfrm>
              <a:off x="423" y="4399"/>
              <a:ext cx="1284" cy="434"/>
            </a:xfrm>
            <a:prstGeom prst="rect">
              <a:avLst/>
            </a:prstGeom>
            <a:solidFill>
              <a:schemeClr val="accent1"/>
            </a:solidFill>
          </p:spPr>
          <p:txBody>
            <a:bodyPr wrap="square" rtlCol="0" anchor="t">
              <a:spAutoFit/>
            </a:bodyPr>
            <a:p>
              <a:pPr algn="l"/>
              <a:r>
                <a:rPr lang="zh-CN" altLang="en-US" sz="1200" b="1">
                  <a:solidFill>
                    <a:schemeClr val="bg1"/>
                  </a:solidFill>
                  <a:latin typeface="微软雅黑" panose="020B0503020204020204" pitchFamily="34" charset="-122"/>
                  <a:ea typeface="微软雅黑" panose="020B0503020204020204" pitchFamily="34" charset="-122"/>
                  <a:sym typeface="+mn-ea"/>
                </a:rPr>
                <a:t>地区统计</a:t>
              </a:r>
              <a:endParaRPr lang="zh-CN" altLang="en-US" sz="1200" b="1">
                <a:solidFill>
                  <a:schemeClr val="bg1"/>
                </a:solidFill>
                <a:latin typeface="微软雅黑" panose="020B0503020204020204" pitchFamily="34" charset="-122"/>
                <a:ea typeface="微软雅黑" panose="020B0503020204020204" pitchFamily="34" charset="-122"/>
                <a:sym typeface="+mn-ea"/>
              </a:endParaRPr>
            </a:p>
          </p:txBody>
        </p:sp>
        <p:sp>
          <p:nvSpPr>
            <p:cNvPr id="19" name="文本框 18"/>
            <p:cNvSpPr txBox="1"/>
            <p:nvPr>
              <p:custDataLst>
                <p:tags r:id="rId20"/>
              </p:custDataLst>
            </p:nvPr>
          </p:nvSpPr>
          <p:spPr>
            <a:xfrm>
              <a:off x="423" y="4878"/>
              <a:ext cx="1623" cy="434"/>
            </a:xfrm>
            <a:prstGeom prst="rect">
              <a:avLst/>
            </a:prstGeom>
            <a:noFill/>
          </p:spPr>
          <p:txBody>
            <a:bodyPr wrap="square" rtlCol="0" anchor="t">
              <a:spAutoFit/>
            </a:bodyPr>
            <a:p>
              <a:pPr algn="l"/>
              <a:r>
                <a:rPr lang="zh-CN" altLang="en-US" sz="1200">
                  <a:solidFill>
                    <a:schemeClr val="accent1"/>
                  </a:solidFill>
                  <a:latin typeface="微软雅黑" panose="020B0503020204020204" pitchFamily="34" charset="-122"/>
                  <a:ea typeface="微软雅黑" panose="020B0503020204020204" pitchFamily="34" charset="-122"/>
                  <a:sym typeface="+mn-ea"/>
                </a:rPr>
                <a:t>学员详情</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sp>
          <p:nvSpPr>
            <p:cNvPr id="6" name="矩形 5"/>
            <p:cNvSpPr/>
            <p:nvPr>
              <p:custDataLst>
                <p:tags r:id="rId21"/>
              </p:custDataLst>
            </p:nvPr>
          </p:nvSpPr>
          <p:spPr>
            <a:xfrm>
              <a:off x="206" y="5549"/>
              <a:ext cx="1815" cy="624"/>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7" name="文本框 6"/>
            <p:cNvSpPr txBox="1"/>
            <p:nvPr>
              <p:custDataLst>
                <p:tags r:id="rId22"/>
              </p:custDataLst>
            </p:nvPr>
          </p:nvSpPr>
          <p:spPr>
            <a:xfrm>
              <a:off x="206" y="5624"/>
              <a:ext cx="1815" cy="483"/>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考评管理</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25" name="矩形 24"/>
            <p:cNvSpPr/>
            <p:nvPr>
              <p:custDataLst>
                <p:tags r:id="rId23"/>
              </p:custDataLst>
            </p:nvPr>
          </p:nvSpPr>
          <p:spPr>
            <a:xfrm>
              <a:off x="206" y="6269"/>
              <a:ext cx="1815" cy="624"/>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26" name="文本框 25"/>
            <p:cNvSpPr txBox="1"/>
            <p:nvPr>
              <p:custDataLst>
                <p:tags r:id="rId24"/>
              </p:custDataLst>
            </p:nvPr>
          </p:nvSpPr>
          <p:spPr>
            <a:xfrm>
              <a:off x="206" y="6344"/>
              <a:ext cx="1815" cy="483"/>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sz="1400" b="1">
                  <a:solidFill>
                    <a:schemeClr val="accent1"/>
                  </a:solidFill>
                  <a:latin typeface="微软雅黑" panose="020B0503020204020204" pitchFamily="34" charset="-122"/>
                  <a:ea typeface="微软雅黑" panose="020B0503020204020204" pitchFamily="34" charset="-122"/>
                  <a:sym typeface="+mn-ea"/>
                </a:rPr>
                <a:t>人员管理</a:t>
              </a:r>
              <a:endParaRPr lang="zh-CN" sz="1400" b="1">
                <a:solidFill>
                  <a:schemeClr val="accent1"/>
                </a:solidFill>
                <a:latin typeface="微软雅黑" panose="020B0503020204020204" pitchFamily="34" charset="-122"/>
                <a:ea typeface="微软雅黑" panose="020B0503020204020204" pitchFamily="34" charset="-122"/>
                <a:sym typeface="+mn-ea"/>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1"/>
          <a:stretch>
            <a:fillRect/>
          </a:stretch>
        </p:blipFill>
        <p:spPr>
          <a:xfrm>
            <a:off x="10709531" y="439853"/>
            <a:ext cx="1016579" cy="344049"/>
          </a:xfrm>
          <a:prstGeom prst="rect">
            <a:avLst/>
          </a:prstGeom>
        </p:spPr>
      </p:pic>
      <p:sp>
        <p:nvSpPr>
          <p:cNvPr id="54" name="矩形 53"/>
          <p:cNvSpPr/>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lstStyle/>
          <a:p>
            <a:pPr algn="ctr"/>
            <a:endParaRPr lang="en-US" altLang="zh-CN"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lstStyle/>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nvSpPr>
        <p:spPr>
          <a:xfrm>
            <a:off x="798830" y="783590"/>
            <a:ext cx="3788410" cy="398780"/>
          </a:xfrm>
          <a:prstGeom prst="rect">
            <a:avLst/>
          </a:prstGeom>
          <a:noFill/>
        </p:spPr>
        <p:txBody>
          <a:bodyPr wrap="square" rtlCol="0" anchor="t">
            <a:spAutoFit/>
          </a:bodyPr>
          <a:lstStyle/>
          <a:p>
            <a:r>
              <a:rPr lang="zh-CN" altLang="en-US" sz="2000" b="1" dirty="0">
                <a:solidFill>
                  <a:srgbClr val="3674F1"/>
                </a:solidFill>
                <a:latin typeface="微软雅黑" panose="020B0503020204020204" pitchFamily="34" charset="-122"/>
                <a:ea typeface="微软雅黑" panose="020B0503020204020204" pitchFamily="34" charset="-122"/>
              </a:rPr>
              <a:t>培训统计：学员详情</a:t>
            </a:r>
            <a:endParaRPr lang="zh-CN" altLang="en-US" sz="2000" b="1" dirty="0">
              <a:solidFill>
                <a:srgbClr val="3674F1"/>
              </a:solidFill>
              <a:latin typeface="微软雅黑" panose="020B0503020204020204" pitchFamily="34" charset="-122"/>
              <a:ea typeface="微软雅黑" panose="020B0503020204020204" pitchFamily="34" charset="-122"/>
            </a:endParaRPr>
          </a:p>
        </p:txBody>
      </p:sp>
      <p:grpSp>
        <p:nvGrpSpPr>
          <p:cNvPr id="47" name="组合 46"/>
          <p:cNvGrpSpPr/>
          <p:nvPr/>
        </p:nvGrpSpPr>
        <p:grpSpPr>
          <a:xfrm>
            <a:off x="-1" y="4923123"/>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2"/>
              </p:custDataLst>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3"/>
              </p:custDataLst>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4"/>
              </p:custDataLst>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5"/>
              </p:custDataLst>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grpSp>
      <p:sp>
        <p:nvSpPr>
          <p:cNvPr id="18" name="文本框 17"/>
          <p:cNvSpPr txBox="1"/>
          <p:nvPr>
            <p:custDataLst>
              <p:tags r:id="rId6"/>
            </p:custDataLst>
          </p:nvPr>
        </p:nvSpPr>
        <p:spPr>
          <a:xfrm>
            <a:off x="2072005" y="1630680"/>
            <a:ext cx="7505700" cy="414020"/>
          </a:xfrm>
          <a:prstGeom prst="rect">
            <a:avLst/>
          </a:prstGeom>
          <a:noFill/>
        </p:spPr>
        <p:txBody>
          <a:bodyPr wrap="square" rtlCol="0" anchor="t">
            <a:spAutoFit/>
          </a:bodyPr>
          <a:p>
            <a:pPr indent="0" fontAlgn="auto">
              <a:lnSpc>
                <a:spcPct val="150000"/>
              </a:lnSpc>
              <a:spcBef>
                <a:spcPts val="600"/>
              </a:spcBef>
              <a:buNone/>
            </a:pPr>
            <a:r>
              <a:rPr lang="zh-CN" sz="1400">
                <a:latin typeface="微软雅黑" panose="020B0503020204020204" pitchFamily="34" charset="-122"/>
                <a:ea typeface="微软雅黑" panose="020B0503020204020204" pitchFamily="34" charset="-122"/>
                <a:sym typeface="+mn-ea"/>
              </a:rPr>
              <a:t>通过学员详情列表，可监督落实到个人的学习培训数据情况。</a:t>
            </a:r>
            <a:endParaRPr lang="zh-CN" sz="1400">
              <a:latin typeface="微软雅黑" panose="020B0503020204020204" pitchFamily="34" charset="-122"/>
              <a:ea typeface="微软雅黑" panose="020B0503020204020204" pitchFamily="34" charset="-122"/>
              <a:sym typeface="+mn-ea"/>
            </a:endParaRPr>
          </a:p>
        </p:txBody>
      </p:sp>
      <p:sp>
        <p:nvSpPr>
          <p:cNvPr id="4" name="文本框 3"/>
          <p:cNvSpPr txBox="1"/>
          <p:nvPr>
            <p:custDataLst>
              <p:tags r:id="rId7"/>
            </p:custDataLst>
          </p:nvPr>
        </p:nvSpPr>
        <p:spPr>
          <a:xfrm>
            <a:off x="668020" y="295275"/>
            <a:ext cx="3385820"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8" name="组合 7"/>
          <p:cNvGrpSpPr>
            <a:grpSpLocks noChangeAspect="1"/>
          </p:cNvGrpSpPr>
          <p:nvPr/>
        </p:nvGrpSpPr>
        <p:grpSpPr>
          <a:xfrm>
            <a:off x="2086610" y="2214245"/>
            <a:ext cx="8345748" cy="4320000"/>
            <a:chOff x="2481" y="3049"/>
            <a:chExt cx="14238" cy="7370"/>
          </a:xfrm>
        </p:grpSpPr>
        <p:pic>
          <p:nvPicPr>
            <p:cNvPr id="3" name="图片 2"/>
            <p:cNvPicPr>
              <a:picLocks noChangeAspect="1"/>
            </p:cNvPicPr>
            <p:nvPr>
              <p:custDataLst>
                <p:tags r:id="rId8"/>
              </p:custDataLst>
            </p:nvPr>
          </p:nvPicPr>
          <p:blipFill>
            <a:blip r:embed="rId9"/>
            <a:stretch>
              <a:fillRect/>
            </a:stretch>
          </p:blipFill>
          <p:spPr>
            <a:xfrm>
              <a:off x="2481" y="3049"/>
              <a:ext cx="14238" cy="7370"/>
            </a:xfrm>
            <a:prstGeom prst="rect">
              <a:avLst/>
            </a:prstGeom>
            <a:effectLst>
              <a:outerShdw blurRad="127000" sx="102000" sy="102000" algn="ctr" rotWithShape="0">
                <a:srgbClr val="7EA6FC">
                  <a:alpha val="10000"/>
                </a:srgbClr>
              </a:outerShdw>
            </a:effectLst>
          </p:spPr>
        </p:pic>
        <p:sp>
          <p:nvSpPr>
            <p:cNvPr id="6" name="矩形 5"/>
            <p:cNvSpPr/>
            <p:nvPr/>
          </p:nvSpPr>
          <p:spPr>
            <a:xfrm>
              <a:off x="2735" y="4331"/>
              <a:ext cx="1966" cy="37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图片 6"/>
            <p:cNvPicPr>
              <a:picLocks noChangeAspect="1"/>
            </p:cNvPicPr>
            <p:nvPr>
              <p:custDataLst>
                <p:tags r:id="rId10"/>
              </p:custDataLst>
            </p:nvPr>
          </p:nvPicPr>
          <p:blipFill>
            <a:blip r:embed="rId11"/>
            <a:stretch>
              <a:fillRect/>
            </a:stretch>
          </p:blipFill>
          <p:spPr>
            <a:xfrm>
              <a:off x="2712" y="4539"/>
              <a:ext cx="13776" cy="4780"/>
            </a:xfrm>
            <a:prstGeom prst="rect">
              <a:avLst/>
            </a:prstGeom>
          </p:spPr>
        </p:pic>
      </p:grpSp>
      <p:grpSp>
        <p:nvGrpSpPr>
          <p:cNvPr id="5" name="组合 4"/>
          <p:cNvGrpSpPr/>
          <p:nvPr/>
        </p:nvGrpSpPr>
        <p:grpSpPr>
          <a:xfrm>
            <a:off x="0" y="1638935"/>
            <a:ext cx="1417320" cy="2946400"/>
            <a:chOff x="0" y="2581"/>
            <a:chExt cx="2232" cy="4640"/>
          </a:xfrm>
        </p:grpSpPr>
        <p:sp>
          <p:nvSpPr>
            <p:cNvPr id="12" name="圆角矩形 11"/>
            <p:cNvSpPr/>
            <p:nvPr>
              <p:custDataLst>
                <p:tags r:id="rId12"/>
              </p:custDataLst>
            </p:nvPr>
          </p:nvSpPr>
          <p:spPr>
            <a:xfrm>
              <a:off x="0" y="2581"/>
              <a:ext cx="2232" cy="567"/>
            </a:xfrm>
            <a:prstGeom prst="roundRect">
              <a:avLst>
                <a:gd name="adj" fmla="val 5820"/>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rPr>
                <a:t>监管平台</a:t>
              </a:r>
              <a:endParaRPr lang="zh-CN" altLang="en-US" sz="1400" b="1">
                <a:latin typeface="微软雅黑" panose="020B0503020204020204" pitchFamily="34" charset="-122"/>
                <a:ea typeface="微软雅黑" panose="020B0503020204020204" pitchFamily="34" charset="-122"/>
              </a:endParaRPr>
            </a:p>
          </p:txBody>
        </p:sp>
        <p:sp>
          <p:nvSpPr>
            <p:cNvPr id="13" name="圆角矩形 12"/>
            <p:cNvSpPr/>
            <p:nvPr>
              <p:custDataLst>
                <p:tags r:id="rId13"/>
              </p:custDataLst>
            </p:nvPr>
          </p:nvSpPr>
          <p:spPr>
            <a:xfrm>
              <a:off x="0" y="3148"/>
              <a:ext cx="2232" cy="4073"/>
            </a:xfrm>
            <a:prstGeom prst="roundRect">
              <a:avLst>
                <a:gd name="adj" fmla="val 1254"/>
              </a:avLst>
            </a:prstGeom>
            <a:solidFill>
              <a:srgbClr val="ECF4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b="1">
                <a:latin typeface="微软雅黑" panose="020B0503020204020204" pitchFamily="34" charset="-122"/>
                <a:ea typeface="微软雅黑" panose="020B0503020204020204" pitchFamily="34" charset="-122"/>
              </a:endParaRPr>
            </a:p>
          </p:txBody>
        </p:sp>
        <p:sp>
          <p:nvSpPr>
            <p:cNvPr id="9" name="矩形 8"/>
            <p:cNvSpPr/>
            <p:nvPr>
              <p:custDataLst>
                <p:tags r:id="rId14"/>
              </p:custDataLst>
            </p:nvPr>
          </p:nvSpPr>
          <p:spPr>
            <a:xfrm>
              <a:off x="206" y="3319"/>
              <a:ext cx="1815" cy="2134"/>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16" name="文本框 15"/>
            <p:cNvSpPr txBox="1"/>
            <p:nvPr>
              <p:custDataLst>
                <p:tags r:id="rId15"/>
              </p:custDataLst>
            </p:nvPr>
          </p:nvSpPr>
          <p:spPr>
            <a:xfrm>
              <a:off x="206" y="3394"/>
              <a:ext cx="1815" cy="483"/>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培训统计</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17" name="文本框 16"/>
            <p:cNvSpPr txBox="1"/>
            <p:nvPr>
              <p:custDataLst>
                <p:tags r:id="rId16"/>
              </p:custDataLst>
            </p:nvPr>
          </p:nvSpPr>
          <p:spPr>
            <a:xfrm>
              <a:off x="411" y="3920"/>
              <a:ext cx="1296" cy="434"/>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nchor="t">
              <a:spAutoFit/>
            </a:bodyPr>
            <a:p>
              <a:pPr algn="l"/>
              <a:r>
                <a:rPr lang="zh-CN" altLang="en-US" sz="1200">
                  <a:solidFill>
                    <a:schemeClr val="accent1"/>
                  </a:solidFill>
                  <a:latin typeface="微软雅黑" panose="020B0503020204020204" pitchFamily="34" charset="-122"/>
                  <a:ea typeface="微软雅黑" panose="020B0503020204020204" pitchFamily="34" charset="-122"/>
                  <a:sym typeface="+mn-ea"/>
                </a:rPr>
                <a:t>统计总览</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17"/>
              </p:custDataLst>
            </p:nvPr>
          </p:nvSpPr>
          <p:spPr>
            <a:xfrm>
              <a:off x="423" y="4399"/>
              <a:ext cx="1284" cy="434"/>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nchor="t">
              <a:spAutoFit/>
            </a:bodyPr>
            <a:p>
              <a:pPr algn="l"/>
              <a:r>
                <a:rPr lang="zh-CN" altLang="en-US" sz="1200">
                  <a:solidFill>
                    <a:schemeClr val="accent1"/>
                  </a:solidFill>
                  <a:latin typeface="微软雅黑" panose="020B0503020204020204" pitchFamily="34" charset="-122"/>
                  <a:ea typeface="微软雅黑" panose="020B0503020204020204" pitchFamily="34" charset="-122"/>
                  <a:sym typeface="+mn-ea"/>
                </a:rPr>
                <a:t>地区统计</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sp>
          <p:nvSpPr>
            <p:cNvPr id="19" name="文本框 18"/>
            <p:cNvSpPr txBox="1"/>
            <p:nvPr>
              <p:custDataLst>
                <p:tags r:id="rId18"/>
              </p:custDataLst>
            </p:nvPr>
          </p:nvSpPr>
          <p:spPr>
            <a:xfrm>
              <a:off x="423" y="4878"/>
              <a:ext cx="1285" cy="434"/>
            </a:xfrm>
            <a:prstGeom prst="rect">
              <a:avLst/>
            </a:prstGeom>
            <a:solidFill>
              <a:schemeClr val="accent1"/>
            </a:solidFill>
          </p:spPr>
          <p:txBody>
            <a:bodyPr wrap="square" rtlCol="0" anchor="t">
              <a:spAutoFit/>
            </a:bodyPr>
            <a:p>
              <a:pPr algn="l"/>
              <a:r>
                <a:rPr lang="zh-CN" altLang="en-US" sz="1200" b="1">
                  <a:solidFill>
                    <a:schemeClr val="bg1"/>
                  </a:solidFill>
                  <a:latin typeface="微软雅黑" panose="020B0503020204020204" pitchFamily="34" charset="-122"/>
                  <a:ea typeface="微软雅黑" panose="020B0503020204020204" pitchFamily="34" charset="-122"/>
                  <a:sym typeface="+mn-ea"/>
                </a:rPr>
                <a:t>学员详情</a:t>
              </a:r>
              <a:endParaRPr lang="zh-CN" altLang="en-US" sz="1200" b="1">
                <a:solidFill>
                  <a:schemeClr val="bg1"/>
                </a:solidFill>
                <a:latin typeface="微软雅黑" panose="020B0503020204020204" pitchFamily="34" charset="-122"/>
                <a:ea typeface="微软雅黑" panose="020B0503020204020204" pitchFamily="34" charset="-122"/>
                <a:sym typeface="+mn-ea"/>
              </a:endParaRPr>
            </a:p>
          </p:txBody>
        </p:sp>
        <p:sp>
          <p:nvSpPr>
            <p:cNvPr id="11" name="矩形 10"/>
            <p:cNvSpPr/>
            <p:nvPr>
              <p:custDataLst>
                <p:tags r:id="rId19"/>
              </p:custDataLst>
            </p:nvPr>
          </p:nvSpPr>
          <p:spPr>
            <a:xfrm>
              <a:off x="206" y="5549"/>
              <a:ext cx="1815" cy="624"/>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14" name="文本框 13"/>
            <p:cNvSpPr txBox="1"/>
            <p:nvPr>
              <p:custDataLst>
                <p:tags r:id="rId20"/>
              </p:custDataLst>
            </p:nvPr>
          </p:nvSpPr>
          <p:spPr>
            <a:xfrm>
              <a:off x="206" y="5624"/>
              <a:ext cx="1815" cy="483"/>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考评管理</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25" name="矩形 24"/>
            <p:cNvSpPr/>
            <p:nvPr>
              <p:custDataLst>
                <p:tags r:id="rId21"/>
              </p:custDataLst>
            </p:nvPr>
          </p:nvSpPr>
          <p:spPr>
            <a:xfrm>
              <a:off x="206" y="6269"/>
              <a:ext cx="1815" cy="624"/>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26" name="文本框 25"/>
            <p:cNvSpPr txBox="1"/>
            <p:nvPr>
              <p:custDataLst>
                <p:tags r:id="rId22"/>
              </p:custDataLst>
            </p:nvPr>
          </p:nvSpPr>
          <p:spPr>
            <a:xfrm>
              <a:off x="206" y="6344"/>
              <a:ext cx="1815" cy="483"/>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sz="1400" b="1">
                  <a:solidFill>
                    <a:schemeClr val="accent1"/>
                  </a:solidFill>
                  <a:latin typeface="微软雅黑" panose="020B0503020204020204" pitchFamily="34" charset="-122"/>
                  <a:ea typeface="微软雅黑" panose="020B0503020204020204" pitchFamily="34" charset="-122"/>
                  <a:sym typeface="+mn-ea"/>
                </a:rPr>
                <a:t>人员管理</a:t>
              </a:r>
              <a:endParaRPr lang="zh-CN" sz="1400" b="1">
                <a:solidFill>
                  <a:schemeClr val="accent1"/>
                </a:solidFill>
                <a:latin typeface="微软雅黑" panose="020B0503020204020204" pitchFamily="34" charset="-122"/>
                <a:ea typeface="微软雅黑" panose="020B0503020204020204" pitchFamily="34" charset="-122"/>
                <a:sym typeface="+mn-ea"/>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矩形 53"/>
          <p:cNvSpPr/>
          <p:nvPr>
            <p:custDataLst>
              <p:tags r:id="rId1"/>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10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custDataLst>
              <p:tags r:id="rId2"/>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custDataLst>
              <p:tags r:id="rId3"/>
            </p:custDataLst>
          </p:nvPr>
        </p:nvSpPr>
        <p:spPr>
          <a:xfrm>
            <a:off x="798830" y="783590"/>
            <a:ext cx="3790950" cy="398780"/>
          </a:xfrm>
          <a:prstGeom prst="rect">
            <a:avLst/>
          </a:prstGeom>
          <a:noFill/>
        </p:spPr>
        <p:txBody>
          <a:bodyPr wrap="square" rtlCol="0" anchor="t">
            <a:spAutoFit/>
          </a:bodyPr>
          <a:p>
            <a:r>
              <a:rPr lang="zh-CN" sz="2000" b="1" dirty="0">
                <a:solidFill>
                  <a:srgbClr val="3674F1"/>
                </a:solidFill>
                <a:latin typeface="微软雅黑" panose="020B0503020204020204" pitchFamily="34" charset="-122"/>
                <a:ea typeface="微软雅黑" panose="020B0503020204020204" pitchFamily="34" charset="-122"/>
                <a:sym typeface="+mn-ea"/>
              </a:rPr>
              <a:t>考评管理：考试发布</a:t>
            </a:r>
            <a:endParaRPr lang="zh-CN" sz="2000" b="1" dirty="0">
              <a:solidFill>
                <a:srgbClr val="3674F1"/>
              </a:solidFill>
              <a:latin typeface="微软雅黑" panose="020B0503020204020204" pitchFamily="34" charset="-122"/>
              <a:ea typeface="微软雅黑" panose="020B0503020204020204" pitchFamily="34" charset="-122"/>
            </a:endParaRPr>
          </a:p>
        </p:txBody>
      </p:sp>
      <p:grpSp>
        <p:nvGrpSpPr>
          <p:cNvPr id="47" name="组合 46"/>
          <p:cNvGrpSpPr/>
          <p:nvPr/>
        </p:nvGrpSpPr>
        <p:grpSpPr>
          <a:xfrm>
            <a:off x="-1" y="4923123"/>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4"/>
              </p:custDataLst>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5"/>
              </p:custDataLst>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6"/>
              </p:custDataLst>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7"/>
              </p:custDataLst>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grpSp>
      <p:sp>
        <p:nvSpPr>
          <p:cNvPr id="8" name="文本框 7"/>
          <p:cNvSpPr txBox="1"/>
          <p:nvPr/>
        </p:nvSpPr>
        <p:spPr>
          <a:xfrm>
            <a:off x="2078355" y="1638935"/>
            <a:ext cx="9321165" cy="306705"/>
          </a:xfrm>
          <a:prstGeom prst="rect">
            <a:avLst/>
          </a:prstGeom>
          <a:noFill/>
        </p:spPr>
        <p:txBody>
          <a:bodyPr wrap="square" rtlCol="0" anchor="t">
            <a:spAutoFit/>
          </a:bodyPr>
          <a:p>
            <a:r>
              <a:rPr lang="zh-CN" altLang="en-US" sz="1400">
                <a:latin typeface="微软雅黑" panose="020B0503020204020204" pitchFamily="34" charset="-122"/>
                <a:ea typeface="微软雅黑" panose="020B0503020204020204" pitchFamily="34" charset="-122"/>
                <a:cs typeface="微软雅黑" panose="020B0503020204020204" pitchFamily="34" charset="-122"/>
              </a:rPr>
              <a:t>可通过系统已有的题库与试卷库进行快速发布考试，可对每场考试设置不同的题目内容与考试人员，实现定向化考核。</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组合 2"/>
          <p:cNvGrpSpPr>
            <a:grpSpLocks noChangeAspect="1"/>
          </p:cNvGrpSpPr>
          <p:nvPr/>
        </p:nvGrpSpPr>
        <p:grpSpPr>
          <a:xfrm>
            <a:off x="2177415" y="2155190"/>
            <a:ext cx="9045508" cy="3960000"/>
            <a:chOff x="1538" y="2985"/>
            <a:chExt cx="16588" cy="7262"/>
          </a:xfrm>
        </p:grpSpPr>
        <p:pic>
          <p:nvPicPr>
            <p:cNvPr id="11" name="图片 10"/>
            <p:cNvPicPr>
              <a:picLocks noChangeAspect="1"/>
            </p:cNvPicPr>
            <p:nvPr>
              <p:custDataLst>
                <p:tags r:id="rId8"/>
              </p:custDataLst>
            </p:nvPr>
          </p:nvPicPr>
          <p:blipFill>
            <a:blip r:embed="rId9"/>
            <a:stretch>
              <a:fillRect/>
            </a:stretch>
          </p:blipFill>
          <p:spPr>
            <a:xfrm>
              <a:off x="1538" y="2985"/>
              <a:ext cx="12881" cy="6803"/>
            </a:xfrm>
            <a:prstGeom prst="rect">
              <a:avLst/>
            </a:prstGeom>
            <a:effectLst>
              <a:outerShdw blurRad="114300" sx="102000" sy="102000" algn="ctr" rotWithShape="0">
                <a:srgbClr val="7EA6FC">
                  <a:alpha val="10000"/>
                </a:srgbClr>
              </a:outerShdw>
            </a:effectLst>
          </p:spPr>
        </p:pic>
        <p:pic>
          <p:nvPicPr>
            <p:cNvPr id="6" name="图片 5"/>
            <p:cNvPicPr>
              <a:picLocks noChangeAspect="1"/>
            </p:cNvPicPr>
            <p:nvPr>
              <p:custDataLst>
                <p:tags r:id="rId10"/>
              </p:custDataLst>
            </p:nvPr>
          </p:nvPicPr>
          <p:blipFill>
            <a:blip r:embed="rId11"/>
            <a:stretch>
              <a:fillRect/>
            </a:stretch>
          </p:blipFill>
          <p:spPr>
            <a:xfrm>
              <a:off x="12458" y="4947"/>
              <a:ext cx="5669" cy="5300"/>
            </a:xfrm>
            <a:prstGeom prst="rect">
              <a:avLst/>
            </a:prstGeom>
            <a:effectLst>
              <a:outerShdw blurRad="63500" sx="102000" sy="102000" algn="ctr" rotWithShape="0">
                <a:srgbClr val="7EA6FC">
                  <a:alpha val="10000"/>
                </a:srgbClr>
              </a:outerShdw>
            </a:effectLst>
          </p:spPr>
        </p:pic>
      </p:grpSp>
      <p:sp>
        <p:nvSpPr>
          <p:cNvPr id="12" name="文本框 11"/>
          <p:cNvSpPr txBox="1"/>
          <p:nvPr>
            <p:custDataLst>
              <p:tags r:id="rId12"/>
            </p:custDataLst>
          </p:nvPr>
        </p:nvSpPr>
        <p:spPr>
          <a:xfrm>
            <a:off x="668020" y="295275"/>
            <a:ext cx="3385820"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圆角矩形 3"/>
          <p:cNvSpPr/>
          <p:nvPr>
            <p:custDataLst>
              <p:tags r:id="rId13"/>
            </p:custDataLst>
          </p:nvPr>
        </p:nvSpPr>
        <p:spPr>
          <a:xfrm>
            <a:off x="0" y="1638935"/>
            <a:ext cx="1417320" cy="360045"/>
          </a:xfrm>
          <a:prstGeom prst="roundRect">
            <a:avLst>
              <a:gd name="adj" fmla="val 5820"/>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rPr>
              <a:t>监管平台</a:t>
            </a:r>
            <a:endParaRPr lang="zh-CN" altLang="en-US" sz="1400" b="1">
              <a:latin typeface="微软雅黑" panose="020B0503020204020204" pitchFamily="34" charset="-122"/>
              <a:ea typeface="微软雅黑" panose="020B0503020204020204" pitchFamily="34" charset="-122"/>
            </a:endParaRPr>
          </a:p>
        </p:txBody>
      </p:sp>
      <p:sp>
        <p:nvSpPr>
          <p:cNvPr id="13" name="圆角矩形 12"/>
          <p:cNvSpPr/>
          <p:nvPr>
            <p:custDataLst>
              <p:tags r:id="rId14"/>
            </p:custDataLst>
          </p:nvPr>
        </p:nvSpPr>
        <p:spPr>
          <a:xfrm>
            <a:off x="0" y="1998980"/>
            <a:ext cx="1417320" cy="2586355"/>
          </a:xfrm>
          <a:prstGeom prst="roundRect">
            <a:avLst>
              <a:gd name="adj" fmla="val 1254"/>
            </a:avLst>
          </a:prstGeom>
          <a:solidFill>
            <a:srgbClr val="ECF4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b="1">
              <a:latin typeface="微软雅黑" panose="020B0503020204020204" pitchFamily="34" charset="-122"/>
              <a:ea typeface="微软雅黑" panose="020B0503020204020204" pitchFamily="34" charset="-122"/>
            </a:endParaRPr>
          </a:p>
        </p:txBody>
      </p:sp>
      <p:sp>
        <p:nvSpPr>
          <p:cNvPr id="9" name="矩形 8"/>
          <p:cNvSpPr/>
          <p:nvPr>
            <p:custDataLst>
              <p:tags r:id="rId15"/>
            </p:custDataLst>
          </p:nvPr>
        </p:nvSpPr>
        <p:spPr>
          <a:xfrm>
            <a:off x="130810" y="2107565"/>
            <a:ext cx="1152525" cy="39624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16" name="文本框 15"/>
          <p:cNvSpPr txBox="1"/>
          <p:nvPr>
            <p:custDataLst>
              <p:tags r:id="rId16"/>
            </p:custDataLst>
          </p:nvPr>
        </p:nvSpPr>
        <p:spPr>
          <a:xfrm>
            <a:off x="130810" y="2155190"/>
            <a:ext cx="1152525" cy="306705"/>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培训统计</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7" name="矩形 6"/>
          <p:cNvSpPr/>
          <p:nvPr>
            <p:custDataLst>
              <p:tags r:id="rId17"/>
            </p:custDataLst>
          </p:nvPr>
        </p:nvSpPr>
        <p:spPr>
          <a:xfrm>
            <a:off x="130810" y="2567940"/>
            <a:ext cx="1152525" cy="1388745"/>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grpSp>
        <p:nvGrpSpPr>
          <p:cNvPr id="15" name="组合 14"/>
          <p:cNvGrpSpPr/>
          <p:nvPr/>
        </p:nvGrpSpPr>
        <p:grpSpPr>
          <a:xfrm>
            <a:off x="295275" y="2960370"/>
            <a:ext cx="823595" cy="883920"/>
            <a:chOff x="411" y="3920"/>
            <a:chExt cx="1297" cy="1392"/>
          </a:xfrm>
        </p:grpSpPr>
        <p:sp>
          <p:nvSpPr>
            <p:cNvPr id="17" name="文本框 16"/>
            <p:cNvSpPr txBox="1"/>
            <p:nvPr>
              <p:custDataLst>
                <p:tags r:id="rId18"/>
              </p:custDataLst>
            </p:nvPr>
          </p:nvSpPr>
          <p:spPr>
            <a:xfrm>
              <a:off x="411" y="3920"/>
              <a:ext cx="1296" cy="434"/>
            </a:xfrm>
            <a:prstGeom prst="rect">
              <a:avLst/>
            </a:prstGeom>
            <a:solidFill>
              <a:schemeClr val="accent1"/>
            </a:solidFill>
          </p:spPr>
          <p:txBody>
            <a:bodyPr wrap="square" rtlCol="0" anchor="t">
              <a:spAutoFit/>
            </a:bodyPr>
            <a:p>
              <a:pPr algn="l"/>
              <a:r>
                <a:rPr lang="zh-CN" altLang="en-US" sz="1200" b="1">
                  <a:solidFill>
                    <a:schemeClr val="bg1"/>
                  </a:solidFill>
                  <a:latin typeface="微软雅黑" panose="020B0503020204020204" pitchFamily="34" charset="-122"/>
                  <a:ea typeface="微软雅黑" panose="020B0503020204020204" pitchFamily="34" charset="-122"/>
                  <a:sym typeface="+mn-ea"/>
                </a:rPr>
                <a:t>考试发布</a:t>
              </a:r>
              <a:endParaRPr lang="zh-CN" altLang="en-US" sz="1200" b="1">
                <a:solidFill>
                  <a:schemeClr val="bg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19"/>
              </p:custDataLst>
            </p:nvPr>
          </p:nvSpPr>
          <p:spPr>
            <a:xfrm>
              <a:off x="423" y="4399"/>
              <a:ext cx="1284" cy="434"/>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nchor="t">
              <a:spAutoFit/>
            </a:bodyPr>
            <a:p>
              <a:pPr algn="l"/>
              <a:r>
                <a:rPr lang="zh-CN" altLang="en-US" sz="1200">
                  <a:solidFill>
                    <a:schemeClr val="accent1"/>
                  </a:solidFill>
                  <a:latin typeface="微软雅黑" panose="020B0503020204020204" pitchFamily="34" charset="-122"/>
                  <a:ea typeface="微软雅黑" panose="020B0503020204020204" pitchFamily="34" charset="-122"/>
                  <a:sym typeface="+mn-ea"/>
                </a:rPr>
                <a:t>考试统计</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sp>
          <p:nvSpPr>
            <p:cNvPr id="19" name="文本框 18"/>
            <p:cNvSpPr txBox="1"/>
            <p:nvPr>
              <p:custDataLst>
                <p:tags r:id="rId20"/>
              </p:custDataLst>
            </p:nvPr>
          </p:nvSpPr>
          <p:spPr>
            <a:xfrm>
              <a:off x="423" y="4878"/>
              <a:ext cx="1285" cy="434"/>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nchor="t">
              <a:spAutoFit/>
            </a:bodyPr>
            <a:p>
              <a:pPr algn="l"/>
              <a:r>
                <a:rPr lang="zh-CN" altLang="en-US" sz="1200">
                  <a:solidFill>
                    <a:schemeClr val="accent1"/>
                  </a:solidFill>
                  <a:latin typeface="微软雅黑" panose="020B0503020204020204" pitchFamily="34" charset="-122"/>
                  <a:ea typeface="微软雅黑" panose="020B0503020204020204" pitchFamily="34" charset="-122"/>
                  <a:sym typeface="+mn-ea"/>
                </a:rPr>
                <a:t>考生详情</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grpSp>
      <p:sp>
        <p:nvSpPr>
          <p:cNvPr id="14" name="文本框 13"/>
          <p:cNvSpPr txBox="1"/>
          <p:nvPr>
            <p:custDataLst>
              <p:tags r:id="rId21"/>
            </p:custDataLst>
          </p:nvPr>
        </p:nvSpPr>
        <p:spPr>
          <a:xfrm>
            <a:off x="130810" y="2615565"/>
            <a:ext cx="1152525" cy="306705"/>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考评管理</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grpSp>
        <p:nvGrpSpPr>
          <p:cNvPr id="20" name="组合 19"/>
          <p:cNvGrpSpPr/>
          <p:nvPr/>
        </p:nvGrpSpPr>
        <p:grpSpPr>
          <a:xfrm>
            <a:off x="130810" y="4029710"/>
            <a:ext cx="1151890" cy="396240"/>
            <a:chOff x="206" y="6269"/>
            <a:chExt cx="1814" cy="624"/>
          </a:xfrm>
        </p:grpSpPr>
        <p:sp>
          <p:nvSpPr>
            <p:cNvPr id="25" name="矩形 24"/>
            <p:cNvSpPr/>
            <p:nvPr>
              <p:custDataLst>
                <p:tags r:id="rId22"/>
              </p:custDataLst>
            </p:nvPr>
          </p:nvSpPr>
          <p:spPr>
            <a:xfrm>
              <a:off x="206" y="6269"/>
              <a:ext cx="1815" cy="624"/>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26" name="文本框 25"/>
            <p:cNvSpPr txBox="1"/>
            <p:nvPr>
              <p:custDataLst>
                <p:tags r:id="rId23"/>
              </p:custDataLst>
            </p:nvPr>
          </p:nvSpPr>
          <p:spPr>
            <a:xfrm>
              <a:off x="206" y="6344"/>
              <a:ext cx="1815" cy="483"/>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sz="1400" b="1">
                  <a:solidFill>
                    <a:schemeClr val="accent1"/>
                  </a:solidFill>
                  <a:latin typeface="微软雅黑" panose="020B0503020204020204" pitchFamily="34" charset="-122"/>
                  <a:ea typeface="微软雅黑" panose="020B0503020204020204" pitchFamily="34" charset="-122"/>
                  <a:sym typeface="+mn-ea"/>
                </a:rPr>
                <a:t>人员管理</a:t>
              </a:r>
              <a:endParaRPr lang="zh-CN" sz="1400" b="1">
                <a:solidFill>
                  <a:schemeClr val="accent1"/>
                </a:solidFill>
                <a:latin typeface="微软雅黑" panose="020B0503020204020204" pitchFamily="34" charset="-122"/>
                <a:ea typeface="微软雅黑" panose="020B0503020204020204" pitchFamily="34" charset="-122"/>
                <a:sym typeface="+mn-ea"/>
              </a:endParaRPr>
            </a:p>
          </p:txBody>
        </p:sp>
      </p:grpSp>
      <p:pic>
        <p:nvPicPr>
          <p:cNvPr id="52" name="图片 51"/>
          <p:cNvPicPr>
            <a:picLocks noChangeAspect="1"/>
          </p:cNvPicPr>
          <p:nvPr>
            <p:custDataLst>
              <p:tags r:id="rId24"/>
            </p:custDataLst>
          </p:nvPr>
        </p:nvPicPr>
        <p:blipFill>
          <a:blip r:embed="rId25"/>
          <a:stretch>
            <a:fillRect/>
          </a:stretch>
        </p:blipFill>
        <p:spPr>
          <a:xfrm>
            <a:off x="10709531" y="439853"/>
            <a:ext cx="1016579" cy="34404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7" name="组合 46"/>
          <p:cNvGrpSpPr/>
          <p:nvPr/>
        </p:nvGrpSpPr>
        <p:grpSpPr>
          <a:xfrm>
            <a:off x="-1" y="4923123"/>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1"/>
              </p:custDataLst>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2"/>
              </p:custDataLst>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3"/>
              </p:custDataLst>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4"/>
              </p:custDataLst>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grpSp>
      <p:sp>
        <p:nvSpPr>
          <p:cNvPr id="54" name="矩形 53"/>
          <p:cNvSpPr/>
          <p:nvPr>
            <p:custDataLst>
              <p:tags r:id="rId5"/>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custDataLst>
              <p:tags r:id="rId6"/>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custDataLst>
              <p:tags r:id="rId7"/>
            </p:custDataLst>
          </p:nvPr>
        </p:nvSpPr>
        <p:spPr>
          <a:xfrm>
            <a:off x="798830" y="783590"/>
            <a:ext cx="3790950" cy="398780"/>
          </a:xfrm>
          <a:prstGeom prst="rect">
            <a:avLst/>
          </a:prstGeom>
          <a:noFill/>
        </p:spPr>
        <p:txBody>
          <a:bodyPr wrap="square" rtlCol="0" anchor="t">
            <a:spAutoFit/>
          </a:bodyPr>
          <a:p>
            <a:r>
              <a:rPr lang="zh-CN" sz="2000" b="1" dirty="0">
                <a:solidFill>
                  <a:srgbClr val="3674F1"/>
                </a:solidFill>
                <a:latin typeface="微软雅黑" panose="020B0503020204020204" pitchFamily="34" charset="-122"/>
                <a:ea typeface="微软雅黑" panose="020B0503020204020204" pitchFamily="34" charset="-122"/>
                <a:sym typeface="+mn-ea"/>
              </a:rPr>
              <a:t>考试测评：考试统计与考生详情</a:t>
            </a:r>
            <a:endParaRPr lang="zh-CN" sz="2000" b="1" dirty="0">
              <a:solidFill>
                <a:srgbClr val="3674F1"/>
              </a:solidFill>
              <a:latin typeface="微软雅黑" panose="020B0503020204020204" pitchFamily="34" charset="-122"/>
              <a:ea typeface="微软雅黑" panose="020B0503020204020204" pitchFamily="34" charset="-122"/>
            </a:endParaRPr>
          </a:p>
        </p:txBody>
      </p:sp>
      <p:grpSp>
        <p:nvGrpSpPr>
          <p:cNvPr id="3" name="组合 2"/>
          <p:cNvGrpSpPr>
            <a:grpSpLocks noChangeAspect="1"/>
          </p:cNvGrpSpPr>
          <p:nvPr/>
        </p:nvGrpSpPr>
        <p:grpSpPr>
          <a:xfrm>
            <a:off x="2085340" y="1826895"/>
            <a:ext cx="9266618" cy="4320000"/>
            <a:chOff x="2204" y="2548"/>
            <a:chExt cx="16060" cy="7487"/>
          </a:xfrm>
        </p:grpSpPr>
        <p:sp>
          <p:nvSpPr>
            <p:cNvPr id="5" name="文本框 4"/>
            <p:cNvSpPr txBox="1"/>
            <p:nvPr/>
          </p:nvSpPr>
          <p:spPr>
            <a:xfrm>
              <a:off x="10138" y="4239"/>
              <a:ext cx="8126" cy="1161"/>
            </a:xfrm>
            <a:prstGeom prst="rect">
              <a:avLst/>
            </a:prstGeom>
            <a:noFill/>
          </p:spPr>
          <p:txBody>
            <a:bodyPr wrap="square" rtlCol="0">
              <a:spAutoFit/>
            </a:bodyPr>
            <a:p>
              <a:pPr>
                <a:lnSpc>
                  <a:spcPct val="150000"/>
                </a:lnSpc>
              </a:pPr>
              <a:r>
                <a:rPr lang="zh-CN" altLang="en-US" sz="1400">
                  <a:latin typeface="微软雅黑" panose="020B0503020204020204" pitchFamily="34" charset="-122"/>
                  <a:ea typeface="微软雅黑" panose="020B0503020204020204" pitchFamily="34" charset="-122"/>
                </a:rPr>
                <a:t>通过考试统计总览快速了解，当前正在发布的考试场次情况，包括参与考试人数、考试人格人数等数据。</a:t>
              </a:r>
              <a:endParaRPr lang="zh-CN" altLang="en-US" sz="1400">
                <a:latin typeface="微软雅黑" panose="020B0503020204020204" pitchFamily="34" charset="-122"/>
                <a:ea typeface="微软雅黑" panose="020B0503020204020204" pitchFamily="34" charset="-122"/>
              </a:endParaRPr>
            </a:p>
          </p:txBody>
        </p:sp>
        <p:pic>
          <p:nvPicPr>
            <p:cNvPr id="8" name="图片 7"/>
            <p:cNvPicPr>
              <a:picLocks noChangeAspect="1"/>
            </p:cNvPicPr>
            <p:nvPr>
              <p:custDataLst>
                <p:tags r:id="rId8"/>
              </p:custDataLst>
            </p:nvPr>
          </p:nvPicPr>
          <p:blipFill>
            <a:blip r:embed="rId9"/>
            <a:stretch>
              <a:fillRect/>
            </a:stretch>
          </p:blipFill>
          <p:spPr>
            <a:xfrm>
              <a:off x="2204" y="2548"/>
              <a:ext cx="7039" cy="4819"/>
            </a:xfrm>
            <a:prstGeom prst="rect">
              <a:avLst/>
            </a:prstGeom>
            <a:effectLst>
              <a:outerShdw blurRad="114300" sx="102000" sy="102000" algn="ctr" rotWithShape="0">
                <a:srgbClr val="7EA6FC">
                  <a:alpha val="10000"/>
                </a:srgbClr>
              </a:outerShdw>
            </a:effectLst>
          </p:spPr>
        </p:pic>
        <p:pic>
          <p:nvPicPr>
            <p:cNvPr id="100" name="图片 99"/>
            <p:cNvPicPr>
              <a:picLocks noChangeAspect="1"/>
            </p:cNvPicPr>
            <p:nvPr/>
          </p:nvPicPr>
          <p:blipFill>
            <a:blip r:embed="rId10"/>
            <a:srcRect t="17811"/>
            <a:stretch>
              <a:fillRect/>
            </a:stretch>
          </p:blipFill>
          <p:spPr>
            <a:xfrm>
              <a:off x="7750" y="5783"/>
              <a:ext cx="10451" cy="4252"/>
            </a:xfrm>
            <a:prstGeom prst="rect">
              <a:avLst/>
            </a:prstGeom>
            <a:noFill/>
            <a:ln w="9525">
              <a:noFill/>
            </a:ln>
            <a:effectLst>
              <a:outerShdw blurRad="63500" sx="102000" sy="102000" algn="ctr" rotWithShape="0">
                <a:srgbClr val="7EA6FC">
                  <a:alpha val="10000"/>
                </a:srgbClr>
              </a:outerShdw>
            </a:effectLst>
          </p:spPr>
        </p:pic>
        <p:sp>
          <p:nvSpPr>
            <p:cNvPr id="11" name="文本框 10"/>
            <p:cNvSpPr txBox="1"/>
            <p:nvPr/>
          </p:nvSpPr>
          <p:spPr>
            <a:xfrm>
              <a:off x="2204" y="8628"/>
              <a:ext cx="5147" cy="1161"/>
            </a:xfrm>
            <a:prstGeom prst="rect">
              <a:avLst/>
            </a:prstGeom>
            <a:noFill/>
          </p:spPr>
          <p:txBody>
            <a:bodyPr wrap="square" rtlCol="0">
              <a:spAutoFit/>
            </a:bodyPr>
            <a:p>
              <a:pPr>
                <a:lnSpc>
                  <a:spcPct val="150000"/>
                </a:lnSpc>
              </a:pPr>
              <a:r>
                <a:rPr lang="zh-CN" altLang="en-US" sz="1400">
                  <a:latin typeface="微软雅黑" panose="020B0503020204020204" pitchFamily="34" charset="-122"/>
                  <a:ea typeface="微软雅黑" panose="020B0503020204020204" pitchFamily="34" charset="-122"/>
                </a:rPr>
                <a:t>还可查看某一考试场次的考生考试结果，以及考生试卷作答情况</a:t>
              </a:r>
              <a:endParaRPr lang="zh-CN" altLang="en-US" sz="1400">
                <a:latin typeface="微软雅黑" panose="020B0503020204020204" pitchFamily="34" charset="-122"/>
                <a:ea typeface="微软雅黑" panose="020B0503020204020204" pitchFamily="34" charset="-122"/>
              </a:endParaRPr>
            </a:p>
          </p:txBody>
        </p:sp>
      </p:grpSp>
      <p:sp>
        <p:nvSpPr>
          <p:cNvPr id="12" name="文本框 11"/>
          <p:cNvSpPr txBox="1"/>
          <p:nvPr>
            <p:custDataLst>
              <p:tags r:id="rId11"/>
            </p:custDataLst>
          </p:nvPr>
        </p:nvSpPr>
        <p:spPr>
          <a:xfrm>
            <a:off x="668020" y="295275"/>
            <a:ext cx="3385820"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圆角矩形 3"/>
          <p:cNvSpPr/>
          <p:nvPr>
            <p:custDataLst>
              <p:tags r:id="rId12"/>
            </p:custDataLst>
          </p:nvPr>
        </p:nvSpPr>
        <p:spPr>
          <a:xfrm>
            <a:off x="0" y="1638935"/>
            <a:ext cx="1417320" cy="360045"/>
          </a:xfrm>
          <a:prstGeom prst="roundRect">
            <a:avLst>
              <a:gd name="adj" fmla="val 5820"/>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rPr>
              <a:t>监管平台</a:t>
            </a:r>
            <a:endParaRPr lang="zh-CN" altLang="en-US" sz="1400" b="1">
              <a:latin typeface="微软雅黑" panose="020B0503020204020204" pitchFamily="34" charset="-122"/>
              <a:ea typeface="微软雅黑" panose="020B0503020204020204" pitchFamily="34" charset="-122"/>
            </a:endParaRPr>
          </a:p>
        </p:txBody>
      </p:sp>
      <p:sp>
        <p:nvSpPr>
          <p:cNvPr id="13" name="圆角矩形 12"/>
          <p:cNvSpPr/>
          <p:nvPr>
            <p:custDataLst>
              <p:tags r:id="rId13"/>
            </p:custDataLst>
          </p:nvPr>
        </p:nvSpPr>
        <p:spPr>
          <a:xfrm>
            <a:off x="0" y="1998980"/>
            <a:ext cx="1417320" cy="2586355"/>
          </a:xfrm>
          <a:prstGeom prst="roundRect">
            <a:avLst>
              <a:gd name="adj" fmla="val 1254"/>
            </a:avLst>
          </a:prstGeom>
          <a:solidFill>
            <a:srgbClr val="ECF4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b="1">
              <a:latin typeface="微软雅黑" panose="020B0503020204020204" pitchFamily="34" charset="-122"/>
              <a:ea typeface="微软雅黑" panose="020B0503020204020204" pitchFamily="34" charset="-122"/>
            </a:endParaRPr>
          </a:p>
        </p:txBody>
      </p:sp>
      <p:sp>
        <p:nvSpPr>
          <p:cNvPr id="9" name="矩形 8"/>
          <p:cNvSpPr/>
          <p:nvPr>
            <p:custDataLst>
              <p:tags r:id="rId14"/>
            </p:custDataLst>
          </p:nvPr>
        </p:nvSpPr>
        <p:spPr>
          <a:xfrm>
            <a:off x="130810" y="2107565"/>
            <a:ext cx="1152525" cy="39624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16" name="文本框 15"/>
          <p:cNvSpPr txBox="1"/>
          <p:nvPr>
            <p:custDataLst>
              <p:tags r:id="rId15"/>
            </p:custDataLst>
          </p:nvPr>
        </p:nvSpPr>
        <p:spPr>
          <a:xfrm>
            <a:off x="130810" y="2155190"/>
            <a:ext cx="1152525" cy="306705"/>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培训统计</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7" name="矩形 6"/>
          <p:cNvSpPr/>
          <p:nvPr>
            <p:custDataLst>
              <p:tags r:id="rId16"/>
            </p:custDataLst>
          </p:nvPr>
        </p:nvSpPr>
        <p:spPr>
          <a:xfrm>
            <a:off x="130810" y="2567940"/>
            <a:ext cx="1152525" cy="1388745"/>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grpSp>
        <p:nvGrpSpPr>
          <p:cNvPr id="15" name="组合 14"/>
          <p:cNvGrpSpPr/>
          <p:nvPr/>
        </p:nvGrpSpPr>
        <p:grpSpPr>
          <a:xfrm>
            <a:off x="295275" y="2960370"/>
            <a:ext cx="823595" cy="883920"/>
            <a:chOff x="411" y="3920"/>
            <a:chExt cx="1297" cy="1392"/>
          </a:xfrm>
        </p:grpSpPr>
        <p:sp>
          <p:nvSpPr>
            <p:cNvPr id="17" name="文本框 16"/>
            <p:cNvSpPr txBox="1"/>
            <p:nvPr>
              <p:custDataLst>
                <p:tags r:id="rId17"/>
              </p:custDataLst>
            </p:nvPr>
          </p:nvSpPr>
          <p:spPr>
            <a:xfrm>
              <a:off x="411" y="3920"/>
              <a:ext cx="1296" cy="434"/>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nchor="t">
              <a:spAutoFit/>
            </a:bodyPr>
            <a:p>
              <a:pPr lvl="0" algn="l">
                <a:buClrTx/>
                <a:buSzTx/>
                <a:buFontTx/>
              </a:pPr>
              <a:r>
                <a:rPr lang="zh-CN" altLang="en-US" sz="1200">
                  <a:solidFill>
                    <a:schemeClr val="accent1"/>
                  </a:solidFill>
                  <a:latin typeface="微软雅黑" panose="020B0503020204020204" pitchFamily="34" charset="-122"/>
                  <a:ea typeface="微软雅黑" panose="020B0503020204020204" pitchFamily="34" charset="-122"/>
                  <a:sym typeface="+mn-ea"/>
                </a:rPr>
                <a:t>考试发布</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18"/>
              </p:custDataLst>
            </p:nvPr>
          </p:nvSpPr>
          <p:spPr>
            <a:xfrm>
              <a:off x="423" y="4399"/>
              <a:ext cx="1284" cy="434"/>
            </a:xfrm>
            <a:prstGeom prst="rect">
              <a:avLst/>
            </a:prstGeom>
            <a:solidFill>
              <a:schemeClr val="accent1"/>
            </a:solidFill>
          </p:spPr>
          <p:txBody>
            <a:bodyPr wrap="square" rtlCol="0" anchor="t">
              <a:spAutoFit/>
            </a:bodyPr>
            <a:p>
              <a:pPr lvl="0" algn="l">
                <a:buClrTx/>
                <a:buSzTx/>
                <a:buFontTx/>
              </a:pPr>
              <a:r>
                <a:rPr lang="zh-CN" altLang="en-US" sz="1200" b="1">
                  <a:solidFill>
                    <a:schemeClr val="bg1"/>
                  </a:solidFill>
                  <a:latin typeface="微软雅黑" panose="020B0503020204020204" pitchFamily="34" charset="-122"/>
                  <a:ea typeface="微软雅黑" panose="020B0503020204020204" pitchFamily="34" charset="-122"/>
                  <a:sym typeface="+mn-ea"/>
                </a:rPr>
                <a:t>考试统计</a:t>
              </a:r>
              <a:endParaRPr lang="zh-CN" altLang="en-US" sz="1200" b="1">
                <a:solidFill>
                  <a:schemeClr val="bg1"/>
                </a:solidFill>
                <a:latin typeface="微软雅黑" panose="020B0503020204020204" pitchFamily="34" charset="-122"/>
                <a:ea typeface="微软雅黑" panose="020B0503020204020204" pitchFamily="34" charset="-122"/>
                <a:sym typeface="+mn-ea"/>
              </a:endParaRPr>
            </a:p>
          </p:txBody>
        </p:sp>
        <p:sp>
          <p:nvSpPr>
            <p:cNvPr id="19" name="文本框 18"/>
            <p:cNvSpPr txBox="1"/>
            <p:nvPr>
              <p:custDataLst>
                <p:tags r:id="rId19"/>
              </p:custDataLst>
            </p:nvPr>
          </p:nvSpPr>
          <p:spPr>
            <a:xfrm>
              <a:off x="423" y="4878"/>
              <a:ext cx="1285" cy="434"/>
            </a:xfrm>
            <a:prstGeom prst="rect">
              <a:avLst/>
            </a:prstGeom>
            <a:solidFill>
              <a:schemeClr val="accent1"/>
            </a:solidFill>
          </p:spPr>
          <p:txBody>
            <a:bodyPr wrap="square" rtlCol="0" anchor="t">
              <a:spAutoFit/>
            </a:bodyPr>
            <a:p>
              <a:pPr lvl="0" algn="l">
                <a:buClrTx/>
                <a:buSzTx/>
                <a:buFontTx/>
              </a:pPr>
              <a:r>
                <a:rPr lang="zh-CN" altLang="en-US" sz="1200" b="1">
                  <a:solidFill>
                    <a:schemeClr val="bg1"/>
                  </a:solidFill>
                  <a:latin typeface="微软雅黑" panose="020B0503020204020204" pitchFamily="34" charset="-122"/>
                  <a:ea typeface="微软雅黑" panose="020B0503020204020204" pitchFamily="34" charset="-122"/>
                  <a:sym typeface="+mn-ea"/>
                </a:rPr>
                <a:t>考生详情</a:t>
              </a:r>
              <a:endParaRPr lang="zh-CN" altLang="en-US" sz="1200" b="1">
                <a:solidFill>
                  <a:schemeClr val="bg1"/>
                </a:solidFill>
                <a:latin typeface="微软雅黑" panose="020B0503020204020204" pitchFamily="34" charset="-122"/>
                <a:ea typeface="微软雅黑" panose="020B0503020204020204" pitchFamily="34" charset="-122"/>
                <a:sym typeface="+mn-ea"/>
              </a:endParaRPr>
            </a:p>
          </p:txBody>
        </p:sp>
      </p:grpSp>
      <p:sp>
        <p:nvSpPr>
          <p:cNvPr id="14" name="文本框 13"/>
          <p:cNvSpPr txBox="1"/>
          <p:nvPr>
            <p:custDataLst>
              <p:tags r:id="rId20"/>
            </p:custDataLst>
          </p:nvPr>
        </p:nvSpPr>
        <p:spPr>
          <a:xfrm>
            <a:off x="130810" y="2615565"/>
            <a:ext cx="1152525" cy="306705"/>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考评管理</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grpSp>
        <p:nvGrpSpPr>
          <p:cNvPr id="20" name="组合 19"/>
          <p:cNvGrpSpPr/>
          <p:nvPr/>
        </p:nvGrpSpPr>
        <p:grpSpPr>
          <a:xfrm>
            <a:off x="130810" y="4029710"/>
            <a:ext cx="1151890" cy="396240"/>
            <a:chOff x="206" y="6269"/>
            <a:chExt cx="1814" cy="624"/>
          </a:xfrm>
        </p:grpSpPr>
        <p:sp>
          <p:nvSpPr>
            <p:cNvPr id="25" name="矩形 24"/>
            <p:cNvSpPr/>
            <p:nvPr>
              <p:custDataLst>
                <p:tags r:id="rId21"/>
              </p:custDataLst>
            </p:nvPr>
          </p:nvSpPr>
          <p:spPr>
            <a:xfrm>
              <a:off x="206" y="6269"/>
              <a:ext cx="1815" cy="624"/>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26" name="文本框 25"/>
            <p:cNvSpPr txBox="1"/>
            <p:nvPr>
              <p:custDataLst>
                <p:tags r:id="rId22"/>
              </p:custDataLst>
            </p:nvPr>
          </p:nvSpPr>
          <p:spPr>
            <a:xfrm>
              <a:off x="206" y="6344"/>
              <a:ext cx="1815" cy="483"/>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sz="1400" b="1">
                  <a:solidFill>
                    <a:schemeClr val="accent1"/>
                  </a:solidFill>
                  <a:latin typeface="微软雅黑" panose="020B0503020204020204" pitchFamily="34" charset="-122"/>
                  <a:ea typeface="微软雅黑" panose="020B0503020204020204" pitchFamily="34" charset="-122"/>
                  <a:sym typeface="+mn-ea"/>
                </a:rPr>
                <a:t>人员管理</a:t>
              </a:r>
              <a:endParaRPr lang="zh-CN" sz="1400" b="1">
                <a:solidFill>
                  <a:schemeClr val="accent1"/>
                </a:solidFill>
                <a:latin typeface="微软雅黑" panose="020B0503020204020204" pitchFamily="34" charset="-122"/>
                <a:ea typeface="微软雅黑" panose="020B0503020204020204" pitchFamily="34" charset="-122"/>
                <a:sym typeface="+mn-ea"/>
              </a:endParaRPr>
            </a:p>
          </p:txBody>
        </p:sp>
      </p:grpSp>
      <p:pic>
        <p:nvPicPr>
          <p:cNvPr id="52" name="图片 51"/>
          <p:cNvPicPr>
            <a:picLocks noChangeAspect="1"/>
          </p:cNvPicPr>
          <p:nvPr>
            <p:custDataLst>
              <p:tags r:id="rId23"/>
            </p:custDataLst>
          </p:nvPr>
        </p:nvPicPr>
        <p:blipFill>
          <a:blip r:embed="rId24"/>
          <a:stretch>
            <a:fillRect/>
          </a:stretch>
        </p:blipFill>
        <p:spPr>
          <a:xfrm>
            <a:off x="10709531" y="439853"/>
            <a:ext cx="1016579" cy="34404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7" name="组合 46"/>
          <p:cNvGrpSpPr/>
          <p:nvPr/>
        </p:nvGrpSpPr>
        <p:grpSpPr>
          <a:xfrm>
            <a:off x="-1" y="4923123"/>
            <a:ext cx="12192001" cy="2039653"/>
            <a:chOff x="-1" y="4818348"/>
            <a:chExt cx="12192001" cy="2039653"/>
          </a:xfrm>
        </p:grpSpPr>
        <p:sp>
          <p:nvSpPr>
            <p:cNvPr id="48" name="任意多边形: 形状 30"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1"/>
              </p:custDataLst>
            </p:nvPr>
          </p:nvSpPr>
          <p:spPr>
            <a:xfrm>
              <a:off x="0" y="4818348"/>
              <a:ext cx="6397390" cy="2039653"/>
            </a:xfrm>
            <a:custGeom>
              <a:avLst/>
              <a:gdLst>
                <a:gd name="connsiteX0" fmla="*/ 0 w 6397390"/>
                <a:gd name="connsiteY0" fmla="*/ 0 h 2794109"/>
                <a:gd name="connsiteX1" fmla="*/ 168558 w 6397390"/>
                <a:gd name="connsiteY1" fmla="*/ 156860 h 2794109"/>
                <a:gd name="connsiteX2" fmla="*/ 944211 w 6397390"/>
                <a:gd name="connsiteY2" fmla="*/ 720176 h 2794109"/>
                <a:gd name="connsiteX3" fmla="*/ 5219975 w 6397390"/>
                <a:gd name="connsiteY3" fmla="*/ 1787038 h 2794109"/>
                <a:gd name="connsiteX4" fmla="*/ 6252266 w 6397390"/>
                <a:gd name="connsiteY4" fmla="*/ 2621411 h 2794109"/>
                <a:gd name="connsiteX5" fmla="*/ 6397390 w 6397390"/>
                <a:gd name="connsiteY5" fmla="*/ 2794109 h 2794109"/>
                <a:gd name="connsiteX6" fmla="*/ 0 w 6397390"/>
                <a:gd name="connsiteY6" fmla="*/ 2794109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90" h="2794109">
                  <a:moveTo>
                    <a:pt x="0" y="0"/>
                  </a:moveTo>
                  <a:lnTo>
                    <a:pt x="168558" y="156860"/>
                  </a:lnTo>
                  <a:cubicBezTo>
                    <a:pt x="415493" y="375088"/>
                    <a:pt x="675695" y="569316"/>
                    <a:pt x="944211" y="720176"/>
                  </a:cubicBezTo>
                  <a:cubicBezTo>
                    <a:pt x="2089879" y="1363848"/>
                    <a:pt x="4208843" y="1228715"/>
                    <a:pt x="5219975" y="1787038"/>
                  </a:cubicBezTo>
                  <a:cubicBezTo>
                    <a:pt x="5614947" y="2005133"/>
                    <a:pt x="5966938" y="2301911"/>
                    <a:pt x="6252266" y="2621411"/>
                  </a:cubicBezTo>
                  <a:lnTo>
                    <a:pt x="6397390" y="2794109"/>
                  </a:lnTo>
                  <a:lnTo>
                    <a:pt x="0" y="2794109"/>
                  </a:ln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49" name="任意多边形: 形状 28"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2"/>
              </p:custDataLst>
            </p:nvPr>
          </p:nvSpPr>
          <p:spPr>
            <a:xfrm flipH="1">
              <a:off x="5754806" y="4818348"/>
              <a:ext cx="6437194" cy="2039653"/>
            </a:xfrm>
            <a:custGeom>
              <a:avLst/>
              <a:gdLst>
                <a:gd name="connsiteX0" fmla="*/ 0 w 6397388"/>
                <a:gd name="connsiteY0" fmla="*/ 0 h 2794109"/>
                <a:gd name="connsiteX1" fmla="*/ 0 w 6397388"/>
                <a:gd name="connsiteY1" fmla="*/ 2794109 h 2794109"/>
                <a:gd name="connsiteX2" fmla="*/ 6397388 w 6397388"/>
                <a:gd name="connsiteY2" fmla="*/ 2794109 h 2794109"/>
                <a:gd name="connsiteX3" fmla="*/ 6252263 w 6397388"/>
                <a:gd name="connsiteY3" fmla="*/ 2621411 h 2794109"/>
                <a:gd name="connsiteX4" fmla="*/ 5219973 w 6397388"/>
                <a:gd name="connsiteY4" fmla="*/ 1787038 h 2794109"/>
                <a:gd name="connsiteX5" fmla="*/ 944210 w 6397388"/>
                <a:gd name="connsiteY5" fmla="*/ 720176 h 2794109"/>
                <a:gd name="connsiteX6" fmla="*/ 168558 w 6397388"/>
                <a:gd name="connsiteY6" fmla="*/ 156860 h 279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7388" h="2794109">
                  <a:moveTo>
                    <a:pt x="0" y="0"/>
                  </a:moveTo>
                  <a:lnTo>
                    <a:pt x="0" y="2794109"/>
                  </a:lnTo>
                  <a:lnTo>
                    <a:pt x="6397388" y="2794109"/>
                  </a:lnTo>
                  <a:lnTo>
                    <a:pt x="6252263" y="2621411"/>
                  </a:lnTo>
                  <a:cubicBezTo>
                    <a:pt x="5966936" y="2301911"/>
                    <a:pt x="5614945" y="2005133"/>
                    <a:pt x="5219973" y="1787038"/>
                  </a:cubicBezTo>
                  <a:cubicBezTo>
                    <a:pt x="4208841" y="1228715"/>
                    <a:pt x="2089878" y="1363848"/>
                    <a:pt x="944210" y="720176"/>
                  </a:cubicBezTo>
                  <a:cubicBezTo>
                    <a:pt x="675694" y="569316"/>
                    <a:pt x="415492" y="375088"/>
                    <a:pt x="168558" y="156860"/>
                  </a:cubicBezTo>
                  <a:close/>
                </a:path>
              </a:pathLst>
            </a:custGeom>
            <a:gradFill flip="none" rotWithShape="1">
              <a:gsLst>
                <a:gs pos="0">
                  <a:schemeClr val="accent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0" name="任意多边形: 形状 32"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3"/>
              </p:custDataLst>
            </p:nvPr>
          </p:nvSpPr>
          <p:spPr>
            <a:xfrm>
              <a:off x="-1" y="5472907"/>
              <a:ext cx="6908313" cy="1385094"/>
            </a:xfrm>
            <a:custGeom>
              <a:avLst/>
              <a:gdLst>
                <a:gd name="connsiteX0" fmla="*/ 0 w 6689237"/>
                <a:gd name="connsiteY0" fmla="*/ 0 h 1897433"/>
                <a:gd name="connsiteX1" fmla="*/ 168558 w 6689237"/>
                <a:gd name="connsiteY1" fmla="*/ 92723 h 1897433"/>
                <a:gd name="connsiteX2" fmla="*/ 944211 w 6689237"/>
                <a:gd name="connsiteY2" fmla="*/ 425710 h 1897433"/>
                <a:gd name="connsiteX3" fmla="*/ 5219975 w 6689237"/>
                <a:gd name="connsiteY3" fmla="*/ 1056354 h 1897433"/>
                <a:gd name="connsiteX4" fmla="*/ 6688744 w 6689237"/>
                <a:gd name="connsiteY4" fmla="*/ 1896883 h 1897433"/>
                <a:gd name="connsiteX5" fmla="*/ 6689237 w 6689237"/>
                <a:gd name="connsiteY5" fmla="*/ 1897433 h 1897433"/>
                <a:gd name="connsiteX6" fmla="*/ 0 w 6689237"/>
                <a:gd name="connsiteY6" fmla="*/ 189743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7" h="1897433">
                  <a:moveTo>
                    <a:pt x="0" y="0"/>
                  </a:moveTo>
                  <a:lnTo>
                    <a:pt x="168558" y="92723"/>
                  </a:lnTo>
                  <a:cubicBezTo>
                    <a:pt x="415493" y="221722"/>
                    <a:pt x="675695" y="336534"/>
                    <a:pt x="944211" y="425710"/>
                  </a:cubicBezTo>
                  <a:cubicBezTo>
                    <a:pt x="2089879" y="806198"/>
                    <a:pt x="4208843" y="726318"/>
                    <a:pt x="5219975" y="1056354"/>
                  </a:cubicBezTo>
                  <a:cubicBezTo>
                    <a:pt x="5851930" y="1262626"/>
                    <a:pt x="6373854" y="1587966"/>
                    <a:pt x="6688744" y="1896883"/>
                  </a:cubicBezTo>
                  <a:lnTo>
                    <a:pt x="6689237" y="1897433"/>
                  </a:lnTo>
                  <a:lnTo>
                    <a:pt x="0" y="1897433"/>
                  </a:ln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sp>
          <p:nvSpPr>
            <p:cNvPr id="51" name="任意多边形: 形状 34" descr="e7d195523061f1c09d430b2e086820dbf734666a277b0d4b500BB7A72AB1412ED5183AD7B3816201F88CE1DA88F1BDB3B214B2C038CB098A30603A7C73162896CA56D5F2C85C2877766F9AF7CC3216D7B694FEA6A96C2D77A21ED90BE64AA84268125D0FD4620FE84AF2F14D55A3F890F55FAD5E956342604C0A93FFC536CCE2D652ACA0703AD2F6"/>
            <p:cNvSpPr/>
            <p:nvPr>
              <p:custDataLst>
                <p:tags r:id="rId4"/>
              </p:custDataLst>
            </p:nvPr>
          </p:nvSpPr>
          <p:spPr>
            <a:xfrm flipH="1">
              <a:off x="5239344" y="5472907"/>
              <a:ext cx="6952656" cy="1385094"/>
            </a:xfrm>
            <a:custGeom>
              <a:avLst/>
              <a:gdLst>
                <a:gd name="connsiteX0" fmla="*/ 0 w 6689235"/>
                <a:gd name="connsiteY0" fmla="*/ 0 h 1897433"/>
                <a:gd name="connsiteX1" fmla="*/ 0 w 6689235"/>
                <a:gd name="connsiteY1" fmla="*/ 1897433 h 1897433"/>
                <a:gd name="connsiteX2" fmla="*/ 6689235 w 6689235"/>
                <a:gd name="connsiteY2" fmla="*/ 1897433 h 1897433"/>
                <a:gd name="connsiteX3" fmla="*/ 6688742 w 6689235"/>
                <a:gd name="connsiteY3" fmla="*/ 1896883 h 1897433"/>
                <a:gd name="connsiteX4" fmla="*/ 5219973 w 6689235"/>
                <a:gd name="connsiteY4" fmla="*/ 1056354 h 1897433"/>
                <a:gd name="connsiteX5" fmla="*/ 944210 w 6689235"/>
                <a:gd name="connsiteY5" fmla="*/ 425710 h 1897433"/>
                <a:gd name="connsiteX6" fmla="*/ 168558 w 6689235"/>
                <a:gd name="connsiteY6" fmla="*/ 92723 h 189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9235" h="1897433">
                  <a:moveTo>
                    <a:pt x="0" y="0"/>
                  </a:moveTo>
                  <a:lnTo>
                    <a:pt x="0" y="1897433"/>
                  </a:lnTo>
                  <a:lnTo>
                    <a:pt x="6689235" y="1897433"/>
                  </a:lnTo>
                  <a:lnTo>
                    <a:pt x="6688742" y="1896883"/>
                  </a:lnTo>
                  <a:cubicBezTo>
                    <a:pt x="6373852" y="1587966"/>
                    <a:pt x="5851928" y="1262626"/>
                    <a:pt x="5219973" y="1056354"/>
                  </a:cubicBezTo>
                  <a:cubicBezTo>
                    <a:pt x="4208841" y="726318"/>
                    <a:pt x="2089878" y="806198"/>
                    <a:pt x="944210" y="425710"/>
                  </a:cubicBezTo>
                  <a:cubicBezTo>
                    <a:pt x="675694" y="336534"/>
                    <a:pt x="415492" y="221722"/>
                    <a:pt x="168558" y="92723"/>
                  </a:cubicBezTo>
                  <a:close/>
                </a:path>
              </a:pathLst>
            </a:custGeom>
            <a:gradFill flip="none" rotWithShape="1">
              <a:gsLst>
                <a:gs pos="0">
                  <a:schemeClr val="bg1"/>
                </a:gs>
                <a:gs pos="100000">
                  <a:schemeClr val="bg1">
                    <a:alpha val="0"/>
                  </a:schemeClr>
                </a:gs>
              </a:gsLst>
              <a:lin ang="16200000" scaled="1"/>
              <a:tileRect/>
            </a:gradFill>
            <a:ln w="12700">
              <a:gradFill flip="none" rotWithShape="1">
                <a:gsLst>
                  <a:gs pos="0">
                    <a:schemeClr val="bg1"/>
                  </a:gs>
                  <a:gs pos="100000">
                    <a:schemeClr val="bg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atin typeface="微软雅黑" panose="020B0503020204020204" pitchFamily="34" charset="-122"/>
                <a:ea typeface="微软雅黑" panose="020B0503020204020204" pitchFamily="34" charset="-122"/>
              </a:endParaRPr>
            </a:p>
          </p:txBody>
        </p:sp>
      </p:grpSp>
      <p:sp>
        <p:nvSpPr>
          <p:cNvPr id="54" name="矩形 53"/>
          <p:cNvSpPr/>
          <p:nvPr>
            <p:custDataLst>
              <p:tags r:id="rId5"/>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b="1" dirty="0">
              <a:solidFill>
                <a:srgbClr val="EBEFFD"/>
              </a:solidFill>
              <a:latin typeface="微软雅黑" panose="020B0503020204020204" pitchFamily="34" charset="-122"/>
              <a:ea typeface="微软雅黑" panose="020B0503020204020204" pitchFamily="34" charset="-122"/>
              <a:cs typeface="+mn-ea"/>
              <a:sym typeface="+mn-lt"/>
            </a:endParaRPr>
          </a:p>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custDataLst>
              <p:tags r:id="rId6"/>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2" name="文本框 1"/>
          <p:cNvSpPr txBox="1"/>
          <p:nvPr>
            <p:custDataLst>
              <p:tags r:id="rId7"/>
            </p:custDataLst>
          </p:nvPr>
        </p:nvSpPr>
        <p:spPr>
          <a:xfrm>
            <a:off x="798830" y="783590"/>
            <a:ext cx="3790950" cy="398780"/>
          </a:xfrm>
          <a:prstGeom prst="rect">
            <a:avLst/>
          </a:prstGeom>
          <a:noFill/>
        </p:spPr>
        <p:txBody>
          <a:bodyPr wrap="square" rtlCol="0" anchor="t">
            <a:spAutoFit/>
          </a:bodyPr>
          <a:p>
            <a:r>
              <a:rPr lang="zh-CN" sz="2000" b="1" dirty="0">
                <a:solidFill>
                  <a:srgbClr val="3674F1"/>
                </a:solidFill>
                <a:latin typeface="微软雅黑" panose="020B0503020204020204" pitchFamily="34" charset="-122"/>
                <a:ea typeface="微软雅黑" panose="020B0503020204020204" pitchFamily="34" charset="-122"/>
                <a:sym typeface="+mn-ea"/>
              </a:rPr>
              <a:t>人员管理</a:t>
            </a:r>
            <a:endParaRPr lang="zh-CN" sz="2000" b="1" dirty="0">
              <a:solidFill>
                <a:srgbClr val="3674F1"/>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8"/>
            </p:custDataLst>
          </p:nvPr>
        </p:nvSpPr>
        <p:spPr>
          <a:xfrm>
            <a:off x="668020" y="295275"/>
            <a:ext cx="3385820" cy="521970"/>
          </a:xfrm>
          <a:prstGeom prst="rect">
            <a:avLst/>
          </a:prstGeom>
          <a:noFill/>
        </p:spPr>
        <p:txBody>
          <a:bodyPr wrap="square" rtlCol="0">
            <a:spAutoFit/>
          </a:bodyPr>
          <a:lstStyle/>
          <a:p>
            <a:pPr algn="l">
              <a:defRPr/>
            </a:pPr>
            <a:r>
              <a:rPr lang="en-US" altLang="zh-CN"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sym typeface="+mn-ea"/>
              </a:rPr>
              <a:t>平台设计</a:t>
            </a:r>
            <a:endParaRPr lang="zh-CN" altLang="en-US" sz="2800" b="1" spc="150" dirty="0">
              <a:solidFill>
                <a:srgbClr val="0057D4"/>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圆角矩形 3"/>
          <p:cNvSpPr/>
          <p:nvPr>
            <p:custDataLst>
              <p:tags r:id="rId9"/>
            </p:custDataLst>
          </p:nvPr>
        </p:nvSpPr>
        <p:spPr>
          <a:xfrm>
            <a:off x="0" y="1638935"/>
            <a:ext cx="1417320" cy="360045"/>
          </a:xfrm>
          <a:prstGeom prst="roundRect">
            <a:avLst>
              <a:gd name="adj" fmla="val 5820"/>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latin typeface="微软雅黑" panose="020B0503020204020204" pitchFamily="34" charset="-122"/>
                <a:ea typeface="微软雅黑" panose="020B0503020204020204" pitchFamily="34" charset="-122"/>
              </a:rPr>
              <a:t>监管平台</a:t>
            </a:r>
            <a:endParaRPr lang="zh-CN" altLang="en-US" sz="1400" b="1">
              <a:latin typeface="微软雅黑" panose="020B0503020204020204" pitchFamily="34" charset="-122"/>
              <a:ea typeface="微软雅黑" panose="020B0503020204020204" pitchFamily="34" charset="-122"/>
            </a:endParaRPr>
          </a:p>
        </p:txBody>
      </p:sp>
      <p:sp>
        <p:nvSpPr>
          <p:cNvPr id="13" name="圆角矩形 12"/>
          <p:cNvSpPr/>
          <p:nvPr>
            <p:custDataLst>
              <p:tags r:id="rId10"/>
            </p:custDataLst>
          </p:nvPr>
        </p:nvSpPr>
        <p:spPr>
          <a:xfrm>
            <a:off x="0" y="1998980"/>
            <a:ext cx="1417320" cy="2586355"/>
          </a:xfrm>
          <a:prstGeom prst="roundRect">
            <a:avLst>
              <a:gd name="adj" fmla="val 1254"/>
            </a:avLst>
          </a:prstGeom>
          <a:solidFill>
            <a:srgbClr val="ECF4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b="1">
              <a:latin typeface="微软雅黑" panose="020B0503020204020204" pitchFamily="34" charset="-122"/>
              <a:ea typeface="微软雅黑" panose="020B0503020204020204" pitchFamily="34" charset="-122"/>
            </a:endParaRPr>
          </a:p>
        </p:txBody>
      </p:sp>
      <p:sp>
        <p:nvSpPr>
          <p:cNvPr id="9" name="矩形 8"/>
          <p:cNvSpPr/>
          <p:nvPr>
            <p:custDataLst>
              <p:tags r:id="rId11"/>
            </p:custDataLst>
          </p:nvPr>
        </p:nvSpPr>
        <p:spPr>
          <a:xfrm>
            <a:off x="130810" y="2107565"/>
            <a:ext cx="1152525" cy="39624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16" name="文本框 15"/>
          <p:cNvSpPr txBox="1"/>
          <p:nvPr>
            <p:custDataLst>
              <p:tags r:id="rId12"/>
            </p:custDataLst>
          </p:nvPr>
        </p:nvSpPr>
        <p:spPr>
          <a:xfrm>
            <a:off x="130810" y="2155190"/>
            <a:ext cx="1152525" cy="306705"/>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培训统计</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7" name="矩形 6"/>
          <p:cNvSpPr/>
          <p:nvPr>
            <p:custDataLst>
              <p:tags r:id="rId13"/>
            </p:custDataLst>
          </p:nvPr>
        </p:nvSpPr>
        <p:spPr>
          <a:xfrm>
            <a:off x="130810" y="2567940"/>
            <a:ext cx="1152525" cy="39600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14" name="文本框 13"/>
          <p:cNvSpPr txBox="1"/>
          <p:nvPr>
            <p:custDataLst>
              <p:tags r:id="rId14"/>
            </p:custDataLst>
          </p:nvPr>
        </p:nvSpPr>
        <p:spPr>
          <a:xfrm>
            <a:off x="130810" y="2615565"/>
            <a:ext cx="1152525" cy="306705"/>
          </a:xfrm>
          <a:prstGeom prst="rect">
            <a:avLst/>
          </a:prstGeom>
          <a:noFill/>
        </p:spPr>
        <p:txBody>
          <a:bodyPr wrap="square" rtlCol="0" anchor="t">
            <a:spAutoFit/>
          </a:bodyPr>
          <a:p>
            <a:pPr algn="l"/>
            <a:r>
              <a:rPr lang="en-US" altLang="zh-CN" sz="1400" b="1">
                <a:solidFill>
                  <a:schemeClr val="accent1"/>
                </a:solidFill>
                <a:latin typeface="微软雅黑" panose="020B0503020204020204" pitchFamily="34" charset="-122"/>
                <a:ea typeface="微软雅黑" panose="020B0503020204020204" pitchFamily="34" charset="-122"/>
                <a:sym typeface="+mn-ea"/>
              </a:rPr>
              <a:t> </a:t>
            </a:r>
            <a:r>
              <a:rPr lang="zh-CN" altLang="en-US" sz="1400" b="1">
                <a:solidFill>
                  <a:schemeClr val="accent1"/>
                </a:solidFill>
                <a:latin typeface="微软雅黑" panose="020B0503020204020204" pitchFamily="34" charset="-122"/>
                <a:ea typeface="微软雅黑" panose="020B0503020204020204" pitchFamily="34" charset="-122"/>
                <a:sym typeface="+mn-ea"/>
              </a:rPr>
              <a:t>考评管理</a:t>
            </a:r>
            <a:endParaRPr lang="zh-CN" altLang="en-US" sz="1400" b="1">
              <a:solidFill>
                <a:schemeClr val="accent1"/>
              </a:solidFill>
              <a:latin typeface="微软雅黑" panose="020B0503020204020204" pitchFamily="34" charset="-122"/>
              <a:ea typeface="微软雅黑" panose="020B0503020204020204" pitchFamily="34" charset="-122"/>
              <a:sym typeface="+mn-ea"/>
            </a:endParaRPr>
          </a:p>
        </p:txBody>
      </p:sp>
      <p:sp>
        <p:nvSpPr>
          <p:cNvPr id="25" name="矩形 24"/>
          <p:cNvSpPr/>
          <p:nvPr>
            <p:custDataLst>
              <p:tags r:id="rId15"/>
            </p:custDataLst>
          </p:nvPr>
        </p:nvSpPr>
        <p:spPr>
          <a:xfrm>
            <a:off x="120650" y="3024505"/>
            <a:ext cx="1152525" cy="112649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endParaRPr>
          </a:p>
        </p:txBody>
      </p:sp>
      <p:sp>
        <p:nvSpPr>
          <p:cNvPr id="26" name="文本框 25"/>
          <p:cNvSpPr txBox="1"/>
          <p:nvPr>
            <p:custDataLst>
              <p:tags r:id="rId16"/>
            </p:custDataLst>
          </p:nvPr>
        </p:nvSpPr>
        <p:spPr>
          <a:xfrm>
            <a:off x="120650" y="3024505"/>
            <a:ext cx="1152525" cy="360000"/>
          </a:xfrm>
          <a:prstGeom prst="rect">
            <a:avLst/>
          </a:prstGeom>
          <a:solidFill>
            <a:schemeClr val="accent1"/>
          </a:solidFill>
        </p:spPr>
        <p:txBody>
          <a:bodyPr wrap="square" rtlCol="0" anchor="ctr" anchorCtr="0">
            <a:noAutofit/>
          </a:bodyPr>
          <a:p>
            <a:pPr algn="l"/>
            <a:r>
              <a:rPr lang="en-US" altLang="zh-CN" sz="1400" b="1">
                <a:solidFill>
                  <a:schemeClr val="bg1"/>
                </a:solidFill>
                <a:latin typeface="微软雅黑" panose="020B0503020204020204" pitchFamily="34" charset="-122"/>
                <a:ea typeface="微软雅黑" panose="020B0503020204020204" pitchFamily="34" charset="-122"/>
                <a:sym typeface="+mn-ea"/>
              </a:rPr>
              <a:t> </a:t>
            </a:r>
            <a:r>
              <a:rPr lang="zh-CN" sz="1400" b="1">
                <a:solidFill>
                  <a:schemeClr val="bg1"/>
                </a:solidFill>
                <a:latin typeface="微软雅黑" panose="020B0503020204020204" pitchFamily="34" charset="-122"/>
                <a:ea typeface="微软雅黑" panose="020B0503020204020204" pitchFamily="34" charset="-122"/>
                <a:sym typeface="+mn-ea"/>
              </a:rPr>
              <a:t>人员管理</a:t>
            </a:r>
            <a:endParaRPr lang="zh-CN" sz="1400" b="1">
              <a:solidFill>
                <a:schemeClr val="bg1"/>
              </a:solidFill>
              <a:latin typeface="微软雅黑" panose="020B0503020204020204" pitchFamily="34" charset="-122"/>
              <a:ea typeface="微软雅黑" panose="020B0503020204020204" pitchFamily="34" charset="-122"/>
              <a:sym typeface="+mn-ea"/>
            </a:endParaRPr>
          </a:p>
        </p:txBody>
      </p:sp>
      <p:grpSp>
        <p:nvGrpSpPr>
          <p:cNvPr id="15" name="组合 14"/>
          <p:cNvGrpSpPr/>
          <p:nvPr/>
        </p:nvGrpSpPr>
        <p:grpSpPr>
          <a:xfrm>
            <a:off x="299085" y="3453765"/>
            <a:ext cx="822960" cy="579755"/>
            <a:chOff x="411" y="3920"/>
            <a:chExt cx="1296" cy="913"/>
          </a:xfrm>
        </p:grpSpPr>
        <p:sp>
          <p:nvSpPr>
            <p:cNvPr id="17" name="文本框 16"/>
            <p:cNvSpPr txBox="1"/>
            <p:nvPr>
              <p:custDataLst>
                <p:tags r:id="rId17"/>
              </p:custDataLst>
            </p:nvPr>
          </p:nvSpPr>
          <p:spPr>
            <a:xfrm>
              <a:off x="411" y="3920"/>
              <a:ext cx="1296" cy="434"/>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nchor="t">
              <a:spAutoFit/>
            </a:bodyPr>
            <a:p>
              <a:pPr lvl="0" algn="l">
                <a:buClrTx/>
                <a:buSzTx/>
                <a:buFontTx/>
              </a:pPr>
              <a:r>
                <a:rPr lang="zh-CN" altLang="en-US" sz="1200">
                  <a:solidFill>
                    <a:schemeClr val="accent1"/>
                  </a:solidFill>
                  <a:latin typeface="微软雅黑" panose="020B0503020204020204" pitchFamily="34" charset="-122"/>
                  <a:ea typeface="微软雅黑" panose="020B0503020204020204" pitchFamily="34" charset="-122"/>
                  <a:sym typeface="+mn-ea"/>
                </a:rPr>
                <a:t>人员列表</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sp>
          <p:nvSpPr>
            <p:cNvPr id="10" name="文本框 9"/>
            <p:cNvSpPr txBox="1"/>
            <p:nvPr>
              <p:custDataLst>
                <p:tags r:id="rId18"/>
              </p:custDataLst>
            </p:nvPr>
          </p:nvSpPr>
          <p:spPr>
            <a:xfrm>
              <a:off x="423" y="4399"/>
              <a:ext cx="1284" cy="434"/>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nchor="t">
              <a:spAutoFit/>
            </a:bodyPr>
            <a:p>
              <a:pPr lvl="0" algn="l">
                <a:buClrTx/>
                <a:buSzTx/>
                <a:buFontTx/>
              </a:pPr>
              <a:r>
                <a:rPr lang="zh-CN" altLang="en-US" sz="1200">
                  <a:solidFill>
                    <a:schemeClr val="accent1"/>
                  </a:solidFill>
                  <a:latin typeface="微软雅黑" panose="020B0503020204020204" pitchFamily="34" charset="-122"/>
                  <a:ea typeface="微软雅黑" panose="020B0503020204020204" pitchFamily="34" charset="-122"/>
                  <a:sym typeface="+mn-ea"/>
                </a:rPr>
                <a:t>申请审核</a:t>
              </a:r>
              <a:endParaRPr lang="zh-CN" altLang="en-US" sz="1200">
                <a:solidFill>
                  <a:schemeClr val="accent1"/>
                </a:solidFill>
                <a:latin typeface="微软雅黑" panose="020B0503020204020204" pitchFamily="34" charset="-122"/>
                <a:ea typeface="微软雅黑" panose="020B0503020204020204" pitchFamily="34" charset="-122"/>
                <a:sym typeface="+mn-ea"/>
              </a:endParaRPr>
            </a:p>
          </p:txBody>
        </p:sp>
      </p:grpSp>
      <p:pic>
        <p:nvPicPr>
          <p:cNvPr id="52" name="图片 51"/>
          <p:cNvPicPr>
            <a:picLocks noChangeAspect="1"/>
          </p:cNvPicPr>
          <p:nvPr>
            <p:custDataLst>
              <p:tags r:id="rId19"/>
            </p:custDataLst>
          </p:nvPr>
        </p:nvPicPr>
        <p:blipFill>
          <a:blip r:embed="rId20"/>
          <a:stretch>
            <a:fillRect/>
          </a:stretch>
        </p:blipFill>
        <p:spPr>
          <a:xfrm>
            <a:off x="10709531" y="439853"/>
            <a:ext cx="1016579" cy="344049"/>
          </a:xfrm>
          <a:prstGeom prst="rect">
            <a:avLst/>
          </a:prstGeom>
        </p:spPr>
      </p:pic>
      <p:sp>
        <p:nvSpPr>
          <p:cNvPr id="22" name="文本框 21"/>
          <p:cNvSpPr txBox="1"/>
          <p:nvPr>
            <p:custDataLst>
              <p:tags r:id="rId21"/>
            </p:custDataLst>
          </p:nvPr>
        </p:nvSpPr>
        <p:spPr>
          <a:xfrm>
            <a:off x="1690370" y="2076450"/>
            <a:ext cx="6696075" cy="737235"/>
          </a:xfrm>
          <a:prstGeom prst="rect">
            <a:avLst/>
          </a:prstGeom>
          <a:noFill/>
        </p:spPr>
        <p:txBody>
          <a:bodyPr wrap="square" rtlCol="0" anchor="t">
            <a:spAutoFit/>
          </a:bodyPr>
          <a:p>
            <a:pPr>
              <a:lnSpc>
                <a:spcPct val="150000"/>
              </a:lnSpc>
            </a:pPr>
            <a:r>
              <a:rPr lang="en-US" altLang="zh-CN" sz="1400">
                <a:latin typeface="微软雅黑" panose="020B0503020204020204" pitchFamily="34" charset="-122"/>
                <a:ea typeface="微软雅黑" panose="020B0503020204020204" pitchFamily="34" charset="-122"/>
                <a:cs typeface="微软雅黑" panose="020B0503020204020204" pitchFamily="34" charset="-122"/>
                <a:sym typeface="+mn-ea"/>
              </a:rPr>
              <a:t>Q</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灾害信息员在刚入职和刚离职的情况下，如何保证灾害信息员可以及时获得</a:t>
            </a:r>
            <a:r>
              <a:rPr lang="en-US" altLang="zh-CN" sz="14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关闭对应内容的查看权限？</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文本框 22"/>
          <p:cNvSpPr txBox="1"/>
          <p:nvPr>
            <p:custDataLst>
              <p:tags r:id="rId22"/>
            </p:custDataLst>
          </p:nvPr>
        </p:nvSpPr>
        <p:spPr>
          <a:xfrm>
            <a:off x="1691005" y="2940050"/>
            <a:ext cx="6694805" cy="2543175"/>
          </a:xfrm>
          <a:prstGeom prst="rect">
            <a:avLst/>
          </a:prstGeom>
          <a:noFill/>
        </p:spPr>
        <p:txBody>
          <a:bodyPr wrap="square" rtlCol="0" anchor="t">
            <a:spAutoFit/>
          </a:bodyPr>
          <a:p>
            <a:pPr fontAlgn="auto">
              <a:lnSpc>
                <a:spcPct val="120000"/>
              </a:lnSpc>
              <a:spcBef>
                <a:spcPts val="600"/>
              </a:spcBef>
            </a:pPr>
            <a:r>
              <a:rPr lang="en-US" altLang="zh-CN" sz="1400">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：在平台管理端，对管理员开放人员管理权限。</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20000"/>
              </a:lnSpc>
              <a:spcBef>
                <a:spcPts val="600"/>
              </a:spcBef>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入职：用户自主申请</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fontAlgn="auto">
              <a:lnSpc>
                <a:spcPct val="120000"/>
              </a:lnSpc>
              <a:spcBef>
                <a:spcPts val="600"/>
              </a:spcBef>
              <a:buFont typeface="Arial" panose="020B0604020202020204" pitchFamily="34" charset="0"/>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用户在注册页面可向管理员提交学习申请，管理员通过平台管理端审核用户是否为灾害信息员，申请结果由短信方式通知用户。</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20000"/>
              </a:lnSpc>
              <a:spcBef>
                <a:spcPts val="600"/>
              </a:spcBef>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离职：</a:t>
            </a: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管理员手动操作</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fontAlgn="auto">
              <a:lnSpc>
                <a:spcPct val="120000"/>
              </a:lnSpc>
              <a:spcBef>
                <a:spcPts val="600"/>
              </a:spcBef>
              <a:buFont typeface="Arial" panose="020B0604020202020204" pitchFamily="34" charset="0"/>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灾害信息员离职后，为了避免学习平台与报灾人员数据库同步延迟，管理员可在平台管理端，操作人员离职。</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fontAlgn="auto">
              <a:lnSpc>
                <a:spcPct val="120000"/>
              </a:lnSpc>
              <a:spcBef>
                <a:spcPts val="600"/>
              </a:spcBef>
              <a:buFont typeface="Arial" panose="020B0604020202020204" pitchFamily="34" charset="0"/>
              <a:buNone/>
            </a:pPr>
            <a:r>
              <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rPr>
              <a:t>操作离职后，该人员账号将被学习平台封禁，该人员将无法登录查看平台内容。</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8" name="文本框 27"/>
          <p:cNvSpPr txBox="1"/>
          <p:nvPr/>
        </p:nvSpPr>
        <p:spPr>
          <a:xfrm>
            <a:off x="1685925" y="1584960"/>
            <a:ext cx="6768465" cy="414020"/>
          </a:xfrm>
          <a:prstGeom prst="rect">
            <a:avLst/>
          </a:prstGeom>
          <a:noFill/>
        </p:spPr>
        <p:txBody>
          <a:bodyPr wrap="square" rtlCol="0" anchor="t">
            <a:spAutoFit/>
          </a:bodyPr>
          <a:p>
            <a:pPr>
              <a:lnSpc>
                <a:spcPct val="150000"/>
              </a:lnSpc>
            </a:pPr>
            <a:r>
              <a:rPr lang="zh-CN" altLang="en-US" sz="1400">
                <a:latin typeface="微软雅黑" panose="020B0503020204020204" pitchFamily="34" charset="-122"/>
                <a:ea typeface="微软雅黑" panose="020B0503020204020204" pitchFamily="34" charset="-122"/>
                <a:sym typeface="+mn-ea"/>
              </a:rPr>
              <a:t>前期平台不对外部用户开放，仅针对已在</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全国应急信息员管理系统</a:t>
            </a:r>
            <a:r>
              <a:rPr lang="en-US" altLang="zh-CN" sz="1400">
                <a:latin typeface="微软雅黑" panose="020B0503020204020204" pitchFamily="34" charset="-122"/>
                <a:ea typeface="微软雅黑" panose="020B0503020204020204" pitchFamily="34" charset="-122"/>
                <a:sym typeface="+mn-ea"/>
              </a:rPr>
              <a:t>”</a:t>
            </a:r>
            <a:r>
              <a:rPr lang="zh-CN" altLang="en-US" sz="1400">
                <a:latin typeface="微软雅黑" panose="020B0503020204020204" pitchFamily="34" charset="-122"/>
                <a:ea typeface="微软雅黑" panose="020B0503020204020204" pitchFamily="34" charset="-122"/>
                <a:sym typeface="+mn-ea"/>
              </a:rPr>
              <a:t>的人员开放。</a:t>
            </a:r>
            <a:endParaRPr lang="zh-CN" altLang="en-US" sz="1400">
              <a:latin typeface="微软雅黑" panose="020B0503020204020204" pitchFamily="34" charset="-122"/>
              <a:ea typeface="微软雅黑" panose="020B0503020204020204" pitchFamily="34" charset="-122"/>
              <a:sym typeface="+mn-ea"/>
            </a:endParaRPr>
          </a:p>
        </p:txBody>
      </p:sp>
      <p:pic>
        <p:nvPicPr>
          <p:cNvPr id="30" name="图片 29"/>
          <p:cNvPicPr>
            <a:picLocks noChangeAspect="1"/>
          </p:cNvPicPr>
          <p:nvPr>
            <p:custDataLst>
              <p:tags r:id="rId23"/>
            </p:custDataLst>
          </p:nvPr>
        </p:nvPicPr>
        <p:blipFill>
          <a:blip r:embed="rId24"/>
          <a:stretch>
            <a:fillRect/>
          </a:stretch>
        </p:blipFill>
        <p:spPr>
          <a:xfrm>
            <a:off x="8556308" y="1249998"/>
            <a:ext cx="2447925" cy="5267325"/>
          </a:xfrm>
          <a:prstGeom prst="rect">
            <a:avLst/>
          </a:prstGeom>
        </p:spPr>
      </p:pic>
      <p:sp>
        <p:nvSpPr>
          <p:cNvPr id="31" name="矩形 30"/>
          <p:cNvSpPr/>
          <p:nvPr/>
        </p:nvSpPr>
        <p:spPr>
          <a:xfrm>
            <a:off x="8556625" y="3502025"/>
            <a:ext cx="1143000" cy="1524000"/>
          </a:xfrm>
          <a:prstGeom prst="rect">
            <a:avLst/>
          </a:prstGeom>
          <a:noFill/>
          <a:ln>
            <a:solidFill>
              <a:schemeClr val="accent2"/>
            </a:solidFill>
            <a:prstDash val="lg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559"/>
            <a:ext cx="12192529" cy="6857441"/>
          </a:xfrm>
          <a:prstGeom prst="rect">
            <a:avLst/>
          </a:prstGeom>
          <a:gradFill>
            <a:gsLst>
              <a:gs pos="72000">
                <a:srgbClr val="18318C"/>
              </a:gs>
              <a:gs pos="0">
                <a:srgbClr val="3A3AC2"/>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2835A5"/>
              </a:solidFill>
            </a:endParaRPr>
          </a:p>
        </p:txBody>
      </p:sp>
      <p:pic>
        <p:nvPicPr>
          <p:cNvPr id="19" name="图片 18"/>
          <p:cNvPicPr>
            <a:picLocks noChangeAspect="1"/>
          </p:cNvPicPr>
          <p:nvPr/>
        </p:nvPicPr>
        <p:blipFill rotWithShape="1">
          <a:blip r:embed="rId1" cstate="print">
            <a:alphaModFix amt="86000"/>
            <a:extLst>
              <a:ext uri="{28A0092B-C50C-407E-A947-70E740481C1C}">
                <a14:useLocalDpi xmlns:a14="http://schemas.microsoft.com/office/drawing/2010/main" val="0"/>
              </a:ext>
            </a:extLst>
          </a:blip>
          <a:srcRect l="57121"/>
          <a:stretch>
            <a:fillRect/>
          </a:stretch>
        </p:blipFill>
        <p:spPr>
          <a:xfrm>
            <a:off x="6600337" y="1874"/>
            <a:ext cx="5229237" cy="6856126"/>
          </a:xfrm>
          <a:prstGeom prst="rect">
            <a:avLst/>
          </a:prstGeom>
        </p:spPr>
      </p:pic>
      <p:sp>
        <p:nvSpPr>
          <p:cNvPr id="2" name="文本框 1"/>
          <p:cNvSpPr txBox="1"/>
          <p:nvPr/>
        </p:nvSpPr>
        <p:spPr>
          <a:xfrm>
            <a:off x="1117201" y="1373124"/>
            <a:ext cx="3070492" cy="922020"/>
          </a:xfrm>
          <a:prstGeom prst="rect">
            <a:avLst/>
          </a:prstGeom>
          <a:noFill/>
        </p:spPr>
        <p:txBody>
          <a:bodyPr wrap="square" rtlCol="0">
            <a:spAutoFit/>
          </a:bodyPr>
          <a:lstStyle/>
          <a:p>
            <a:r>
              <a:rPr lang="zh-CN" altLang="en-US" sz="5400" b="1" spc="180" dirty="0">
                <a:solidFill>
                  <a:schemeClr val="bg1"/>
                </a:solidFill>
                <a:uFillTx/>
                <a:latin typeface="微软雅黑" panose="020B0503020204020204" pitchFamily="34" charset="-122"/>
                <a:ea typeface="微软雅黑" panose="020B0503020204020204" pitchFamily="34" charset="-122"/>
              </a:rPr>
              <a:t>进度计划</a:t>
            </a:r>
            <a:endParaRPr lang="zh-CN" altLang="en-US" sz="5400" b="1" spc="180" dirty="0">
              <a:solidFill>
                <a:schemeClr val="bg1"/>
              </a:solidFill>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1131489" y="1006962"/>
            <a:ext cx="2154636" cy="398780"/>
          </a:xfrm>
          <a:prstGeom prst="rect">
            <a:avLst/>
          </a:prstGeom>
          <a:noFill/>
        </p:spPr>
        <p:txBody>
          <a:bodyPr wrap="square">
            <a:spAutoFit/>
          </a:bodyPr>
          <a:lstStyle/>
          <a:p>
            <a:r>
              <a:rPr lang="en-US" altLang="zh-CN" sz="2000" dirty="0">
                <a:solidFill>
                  <a:schemeClr val="bg1"/>
                </a:solidFill>
                <a:latin typeface="微软雅黑 Light" panose="020B0502040204020203" pitchFamily="34" charset="-122"/>
                <a:ea typeface="微软雅黑 Light" panose="020B0502040204020203" pitchFamily="34" charset="-122"/>
                <a:cs typeface="+mn-ea"/>
                <a:sym typeface="+mn-lt"/>
              </a:rPr>
              <a:t>PART 5</a:t>
            </a:r>
            <a:endParaRPr lang="zh-CN" altLang="en-US" sz="2000" dirty="0">
              <a:latin typeface="微软雅黑 Light" panose="020B0502040204020203" pitchFamily="34" charset="-122"/>
              <a:ea typeface="微软雅黑 Light" panose="020B0502040204020203" pitchFamily="34" charset="-122"/>
            </a:endParaRPr>
          </a:p>
        </p:txBody>
      </p:sp>
      <p:grpSp>
        <p:nvGrpSpPr>
          <p:cNvPr id="6" name="组合 5" descr="e7d195523061f1c0c30ee18c1b05f65d12b38e2533cb2ccdAE0CC34CB5CBEBFAEC353FED4DECE97C3E379FD1D933F5E4DC18EF8EA6B7A1130D5F6DE9DD2BE4B0A8C9126ACE5083D1F5A9E323B29CCFC789518C7D6A04F119B2C2BA6C2D392B770AC0CE634954F6026173EFFBC74790B12ECBF60C8A15C0A51E938118406412A746BA9EB291FC8542"/>
          <p:cNvGrpSpPr>
            <a:grpSpLocks noChangeAspect="1"/>
          </p:cNvGrpSpPr>
          <p:nvPr/>
        </p:nvGrpSpPr>
        <p:grpSpPr>
          <a:xfrm>
            <a:off x="1131489" y="5814401"/>
            <a:ext cx="363374" cy="354789"/>
            <a:chOff x="13322895" y="1866900"/>
            <a:chExt cx="586701" cy="572839"/>
          </a:xfrm>
          <a:solidFill>
            <a:srgbClr val="F1F4FC">
              <a:alpha val="33000"/>
            </a:srgbClr>
          </a:solidFill>
        </p:grpSpPr>
        <p:sp>
          <p:nvSpPr>
            <p:cNvPr id="10" name="椭圆 9"/>
            <p:cNvSpPr/>
            <p:nvPr/>
          </p:nvSpPr>
          <p:spPr>
            <a:xfrm>
              <a:off x="13561104" y="186690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3442000"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3561104" y="2057850"/>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p:cNvSpPr/>
            <p:nvPr/>
          </p:nvSpPr>
          <p:spPr>
            <a:xfrm>
              <a:off x="13680208" y="198005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3322895"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3561104" y="2196407"/>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3799314" y="209321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561104" y="2334964"/>
              <a:ext cx="110282" cy="10477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custDataLst>
              <p:tags r:id="rId2"/>
            </p:custDataLst>
          </p:nvPr>
        </p:nvSpPr>
        <p:spPr>
          <a:xfrm>
            <a:off x="1043305" y="2999105"/>
            <a:ext cx="4565015" cy="1568450"/>
          </a:xfrm>
          <a:prstGeom prst="rect">
            <a:avLst/>
          </a:prstGeom>
          <a:noFill/>
        </p:spPr>
        <p:txBody>
          <a:bodyPr wrap="square" rtlCol="0">
            <a:spAutoFit/>
          </a:bodyPr>
          <a:p>
            <a:pPr marL="342900" indent="-342900" algn="l">
              <a:lnSpc>
                <a:spcPct val="150000"/>
              </a:lnSpc>
              <a:buFont typeface="Wingdings" panose="05000000000000000000" pitchFamily="2" charset="2"/>
              <a:buChar char="n"/>
            </a:pPr>
            <a:r>
              <a:rPr lang="zh-CN" sz="1600" dirty="0">
                <a:solidFill>
                  <a:schemeClr val="bg1"/>
                </a:solidFill>
                <a:latin typeface="微软雅黑" panose="020B0503020204020204" pitchFamily="34" charset="-122"/>
                <a:ea typeface="微软雅黑" panose="020B0503020204020204" pitchFamily="34" charset="-122"/>
              </a:rPr>
              <a:t>项目里程碑</a:t>
            </a:r>
            <a:endParaRPr lang="zh-CN" sz="1600" dirty="0">
              <a:solidFill>
                <a:schemeClr val="bg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n"/>
            </a:pPr>
            <a:r>
              <a:rPr lang="zh-CN" sz="1600" dirty="0">
                <a:solidFill>
                  <a:schemeClr val="bg1"/>
                </a:solidFill>
                <a:latin typeface="微软雅黑" panose="020B0503020204020204" pitchFamily="34" charset="-122"/>
                <a:ea typeface="微软雅黑" panose="020B0503020204020204" pitchFamily="34" charset="-122"/>
              </a:rPr>
              <a:t>分项责任人</a:t>
            </a:r>
            <a:endParaRPr lang="zh-CN" sz="1600" dirty="0">
              <a:solidFill>
                <a:schemeClr val="bg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n"/>
            </a:pPr>
            <a:r>
              <a:rPr lang="zh-CN" altLang="en-US" sz="1600" dirty="0">
                <a:solidFill>
                  <a:schemeClr val="bg1"/>
                </a:solidFill>
                <a:latin typeface="微软雅黑" panose="020B0503020204020204" pitchFamily="34" charset="-122"/>
                <a:ea typeface="微软雅黑" panose="020B0503020204020204" pitchFamily="34" charset="-122"/>
              </a:rPr>
              <a:t>进度规划</a:t>
            </a:r>
            <a:endParaRPr lang="zh-CN" altLang="en-US" sz="1600" dirty="0">
              <a:solidFill>
                <a:schemeClr val="bg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pitchFamily="2" charset="2"/>
              <a:buChar char="n"/>
            </a:pPr>
            <a:r>
              <a:rPr lang="zh-CN" altLang="en-US" sz="1600" dirty="0">
                <a:solidFill>
                  <a:schemeClr val="bg1"/>
                </a:solidFill>
                <a:latin typeface="微软雅黑" panose="020B0503020204020204" pitchFamily="34" charset="-122"/>
                <a:ea typeface="微软雅黑" panose="020B0503020204020204" pitchFamily="34" charset="-122"/>
              </a:rPr>
              <a:t>项目沟通机制</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文本框 52"/>
          <p:cNvSpPr txBox="1"/>
          <p:nvPr>
            <p:custDataLst>
              <p:tags r:id="rId1"/>
            </p:custDataLst>
          </p:nvPr>
        </p:nvSpPr>
        <p:spPr>
          <a:xfrm>
            <a:off x="840105" y="440055"/>
            <a:ext cx="2867660" cy="521970"/>
          </a:xfrm>
          <a:prstGeom prst="rect">
            <a:avLst/>
          </a:prstGeom>
          <a:noFill/>
        </p:spPr>
        <p:txBody>
          <a:bodyPr wrap="square" rtlCol="0">
            <a:spAutoFit/>
          </a:bodyPr>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分项负责人</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custDataLst>
              <p:tags r:id="rId2"/>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custDataLst>
              <p:tags r:id="rId3"/>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5</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graphicFrame>
        <p:nvGraphicFramePr>
          <p:cNvPr id="2" name="表格 1"/>
          <p:cNvGraphicFramePr/>
          <p:nvPr>
            <p:custDataLst>
              <p:tags r:id="rId4"/>
            </p:custDataLst>
          </p:nvPr>
        </p:nvGraphicFramePr>
        <p:xfrm>
          <a:off x="920750" y="1656080"/>
          <a:ext cx="10222230" cy="4596130"/>
        </p:xfrm>
        <a:graphic>
          <a:graphicData uri="http://schemas.openxmlformats.org/drawingml/2006/table">
            <a:tbl>
              <a:tblPr firstRow="1">
                <a:tableStyleId>{3B4B98B0-60AC-42C2-AFA5-B58CD77FA1E5}</a:tableStyleId>
              </a:tblPr>
              <a:tblGrid>
                <a:gridCol w="2868295"/>
                <a:gridCol w="3074670"/>
                <a:gridCol w="4279265"/>
              </a:tblGrid>
              <a:tr h="511810">
                <a:tc>
                  <a:txBody>
                    <a:bodyPr/>
                    <a:p>
                      <a:pPr algn="ctr">
                        <a:buNone/>
                      </a:pPr>
                      <a:r>
                        <a:rPr lang="zh-CN" altLang="en-US" sz="1200"/>
                        <a:t>项目模块</a:t>
                      </a:r>
                      <a:endParaRPr lang="zh-CN" altLang="en-US" sz="1200"/>
                    </a:p>
                  </a:txBody>
                  <a:tcPr anchor="ctr" anchorCtr="0">
                    <a:lnR>
                      <a:noFill/>
                    </a:lnR>
                  </a:tcPr>
                </a:tc>
                <a:tc>
                  <a:txBody>
                    <a:bodyPr/>
                    <a:p>
                      <a:pPr algn="ctr">
                        <a:buNone/>
                      </a:pPr>
                      <a:r>
                        <a:rPr lang="zh-CN" altLang="en-US" sz="1200"/>
                        <a:t>责任人</a:t>
                      </a:r>
                      <a:endParaRPr lang="zh-CN" altLang="en-US" sz="1200"/>
                    </a:p>
                  </a:txBody>
                  <a:tcPr anchor="ctr" anchorCtr="0">
                    <a:lnR>
                      <a:noFill/>
                    </a:lnR>
                  </a:tcPr>
                </a:tc>
                <a:tc>
                  <a:txBody>
                    <a:bodyPr/>
                    <a:p>
                      <a:pPr algn="ctr">
                        <a:buNone/>
                      </a:pPr>
                      <a:r>
                        <a:rPr lang="zh-CN" altLang="en-US" sz="1200"/>
                        <a:t>模块说明</a:t>
                      </a:r>
                      <a:endParaRPr lang="zh-CN" altLang="en-US" sz="1200"/>
                    </a:p>
                  </a:txBody>
                  <a:tcPr anchor="ctr" anchorCtr="0">
                    <a:lnR>
                      <a:noFill/>
                    </a:lnR>
                  </a:tcPr>
                </a:tc>
              </a:tr>
              <a:tr h="681990">
                <a:tc>
                  <a:txBody>
                    <a:bodyPr/>
                    <a:p>
                      <a:pPr algn="ctr">
                        <a:buNone/>
                      </a:pPr>
                      <a:r>
                        <a:rPr lang="zh-CN" altLang="en-US" sz="1200"/>
                        <a:t>项目总负责</a:t>
                      </a:r>
                      <a:endParaRPr lang="zh-CN" altLang="en-US" sz="1200"/>
                    </a:p>
                  </a:txBody>
                  <a:tcPr anchor="ctr" anchorCtr="0">
                    <a:lnR>
                      <a:noFill/>
                    </a:lnR>
                    <a:lnB w="12700">
                      <a:solidFill>
                        <a:schemeClr val="accent5">
                          <a:lumMod val="20000"/>
                          <a:lumOff val="80000"/>
                        </a:schemeClr>
                      </a:solidFill>
                      <a:prstDash val="solid"/>
                    </a:lnB>
                  </a:tcPr>
                </a:tc>
                <a:tc>
                  <a:txBody>
                    <a:bodyPr/>
                    <a:p>
                      <a:pPr algn="ctr">
                        <a:buNone/>
                      </a:pPr>
                      <a:endParaRPr lang="zh-CN" altLang="en-US" sz="1200"/>
                    </a:p>
                  </a:txBody>
                  <a:tcPr anchor="ctr" anchorCtr="0">
                    <a:lnR>
                      <a:noFill/>
                    </a:lnR>
                    <a:lnB w="12700">
                      <a:solidFill>
                        <a:schemeClr val="accent5">
                          <a:lumMod val="20000"/>
                          <a:lumOff val="80000"/>
                        </a:schemeClr>
                      </a:solidFill>
                      <a:prstDash val="solid"/>
                    </a:lnB>
                  </a:tcPr>
                </a:tc>
                <a:tc>
                  <a:txBody>
                    <a:bodyPr/>
                    <a:p>
                      <a:pPr algn="ctr">
                        <a:buNone/>
                      </a:pPr>
                      <a:r>
                        <a:rPr lang="zh-CN" altLang="en-US" sz="1200"/>
                        <a:t>决策项目关键事项</a:t>
                      </a:r>
                      <a:endParaRPr lang="zh-CN" altLang="en-US" sz="1200"/>
                    </a:p>
                  </a:txBody>
                  <a:tcPr anchor="ctr" anchorCtr="0">
                    <a:lnR>
                      <a:noFill/>
                    </a:lnR>
                    <a:lnB w="12700">
                      <a:solidFill>
                        <a:schemeClr val="accent5">
                          <a:lumMod val="20000"/>
                          <a:lumOff val="80000"/>
                        </a:schemeClr>
                      </a:solidFill>
                      <a:prstDash val="solid"/>
                    </a:lnB>
                  </a:tcPr>
                </a:tc>
              </a:tr>
              <a:tr h="681990">
                <a:tc>
                  <a:txBody>
                    <a:bodyPr/>
                    <a:p>
                      <a:pPr algn="ctr">
                        <a:buNone/>
                      </a:pPr>
                      <a:r>
                        <a:rPr lang="zh-CN" altLang="en-US" sz="1200"/>
                        <a:t>项目经理</a:t>
                      </a:r>
                      <a:endParaRPr lang="zh-CN" altLang="en-US" sz="1200"/>
                    </a:p>
                  </a:txBody>
                  <a:tcPr anchor="ctr" anchorCtr="0">
                    <a:lnR>
                      <a:noFill/>
                    </a:lnR>
                    <a:lnB w="12700">
                      <a:solidFill>
                        <a:schemeClr val="accent5">
                          <a:lumMod val="20000"/>
                          <a:lumOff val="80000"/>
                        </a:schemeClr>
                      </a:solidFill>
                      <a:prstDash val="solid"/>
                    </a:lnB>
                  </a:tcPr>
                </a:tc>
                <a:tc>
                  <a:txBody>
                    <a:bodyPr/>
                    <a:p>
                      <a:pPr algn="ctr">
                        <a:buNone/>
                      </a:pPr>
                      <a:r>
                        <a:rPr lang="zh-CN" altLang="en-US" sz="1200"/>
                        <a:t>黄婉晴</a:t>
                      </a:r>
                      <a:r>
                        <a:rPr lang="en-US" altLang="zh-CN" sz="1200"/>
                        <a:t>(</a:t>
                      </a:r>
                      <a:r>
                        <a:rPr lang="zh-CN" altLang="en-US" sz="1200"/>
                        <a:t>兼</a:t>
                      </a:r>
                      <a:r>
                        <a:rPr lang="en-US" altLang="zh-CN" sz="1200"/>
                        <a:t>)</a:t>
                      </a:r>
                      <a:endParaRPr lang="en-US" altLang="zh-CN" sz="1200"/>
                    </a:p>
                  </a:txBody>
                  <a:tcPr anchor="ctr" anchorCtr="0">
                    <a:lnR>
                      <a:noFill/>
                    </a:lnR>
                    <a:lnB w="12700">
                      <a:solidFill>
                        <a:schemeClr val="accent5">
                          <a:lumMod val="20000"/>
                          <a:lumOff val="80000"/>
                        </a:schemeClr>
                      </a:solidFill>
                      <a:prstDash val="solid"/>
                    </a:lnB>
                  </a:tcPr>
                </a:tc>
                <a:tc>
                  <a:txBody>
                    <a:bodyPr/>
                    <a:p>
                      <a:pPr algn="ctr">
                        <a:buNone/>
                      </a:pPr>
                      <a:r>
                        <a:rPr lang="zh-CN" altLang="en-US" sz="1200"/>
                        <a:t>把控项目总体进度、风险点，资源协调</a:t>
                      </a:r>
                      <a:endParaRPr lang="zh-CN" altLang="en-US" sz="1200"/>
                    </a:p>
                  </a:txBody>
                  <a:tcPr anchor="ctr" anchorCtr="0">
                    <a:lnR>
                      <a:noFill/>
                    </a:lnR>
                    <a:lnB w="12700">
                      <a:solidFill>
                        <a:schemeClr val="accent5">
                          <a:lumMod val="20000"/>
                          <a:lumOff val="80000"/>
                        </a:schemeClr>
                      </a:solidFill>
                      <a:prstDash val="solid"/>
                    </a:lnB>
                  </a:tcPr>
                </a:tc>
              </a:tr>
              <a:tr h="679450">
                <a:tc>
                  <a:txBody>
                    <a:bodyPr/>
                    <a:p>
                      <a:pPr algn="ctr">
                        <a:buNone/>
                      </a:pPr>
                      <a:r>
                        <a:rPr lang="zh-CN" altLang="en-US" sz="1200"/>
                        <a:t>市场商务</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北分</a:t>
                      </a:r>
                      <a:r>
                        <a:rPr lang="en-US" altLang="zh-CN" sz="1200"/>
                        <a:t>-</a:t>
                      </a:r>
                      <a:r>
                        <a:rPr lang="zh-CN" altLang="en-US" sz="1200"/>
                        <a:t>李总</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客户需求、资质文件对接，市场推广等</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r>
              <a:tr h="678815">
                <a:tc>
                  <a:txBody>
                    <a:bodyPr/>
                    <a:p>
                      <a:pPr algn="ctr">
                        <a:buNone/>
                      </a:pPr>
                      <a:r>
                        <a:rPr lang="zh-CN" altLang="en-US" sz="1200"/>
                        <a:t>平台设计</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黄婉晴</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sym typeface="+mn-ea"/>
                        </a:rPr>
                        <a:t>平台功能设计与排期</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r>
              <a:tr h="680720">
                <a:tc>
                  <a:txBody>
                    <a:bodyPr/>
                    <a:p>
                      <a:pPr algn="ctr">
                        <a:buNone/>
                      </a:pPr>
                      <a:r>
                        <a:rPr lang="zh-CN" altLang="en-US" sz="1200"/>
                        <a:t>平台开发</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蔡博</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技术开发、测试验收等</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r>
              <a:tr h="681355">
                <a:tc>
                  <a:txBody>
                    <a:bodyPr/>
                    <a:p>
                      <a:pPr algn="ctr">
                        <a:buNone/>
                      </a:pPr>
                      <a:r>
                        <a:rPr lang="zh-CN" altLang="en-US" sz="1200"/>
                        <a:t>课程内容</a:t>
                      </a:r>
                      <a:endParaRPr lang="zh-CN" altLang="en-US" sz="1200"/>
                    </a:p>
                  </a:txBody>
                  <a:tcPr anchor="ctr" anchorCtr="0">
                    <a:lnR>
                      <a:noFill/>
                    </a:lnR>
                    <a:lnT w="12700">
                      <a:solidFill>
                        <a:schemeClr val="accent5">
                          <a:lumMod val="20000"/>
                          <a:lumOff val="80000"/>
                        </a:schemeClr>
                      </a:solidFill>
                      <a:prstDash val="solid"/>
                    </a:lnT>
                  </a:tcPr>
                </a:tc>
                <a:tc>
                  <a:txBody>
                    <a:bodyPr/>
                    <a:p>
                      <a:pPr algn="ctr">
                        <a:buNone/>
                      </a:pPr>
                      <a:r>
                        <a:rPr lang="zh-CN" altLang="en-US" sz="1200"/>
                        <a:t>朱萍萍</a:t>
                      </a:r>
                      <a:endParaRPr lang="zh-CN" altLang="en-US" sz="1200"/>
                    </a:p>
                  </a:txBody>
                  <a:tcPr anchor="ctr" anchorCtr="0">
                    <a:lnR>
                      <a:noFill/>
                    </a:lnR>
                    <a:lnT w="12700">
                      <a:solidFill>
                        <a:schemeClr val="accent5">
                          <a:lumMod val="20000"/>
                          <a:lumOff val="80000"/>
                        </a:schemeClr>
                      </a:solidFill>
                      <a:prstDash val="solid"/>
                    </a:lnT>
                  </a:tcPr>
                </a:tc>
                <a:tc>
                  <a:txBody>
                    <a:bodyPr/>
                    <a:p>
                      <a:pPr algn="ctr">
                        <a:buNone/>
                      </a:pPr>
                      <a:r>
                        <a:rPr lang="zh-CN" altLang="en-US" sz="1200"/>
                        <a:t>课程脚本、动画制作等课程相关内容提供</a:t>
                      </a:r>
                      <a:endParaRPr lang="zh-CN" altLang="en-US" sz="1200"/>
                    </a:p>
                  </a:txBody>
                  <a:tcPr anchor="ctr" anchorCtr="0">
                    <a:lnR>
                      <a:noFill/>
                    </a:lnR>
                    <a:lnT w="12700">
                      <a:solidFill>
                        <a:schemeClr val="accent5">
                          <a:lumMod val="20000"/>
                          <a:lumOff val="80000"/>
                        </a:schemeClr>
                      </a:solidFill>
                      <a:prstDash val="solid"/>
                    </a:lnT>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文本框 52"/>
          <p:cNvSpPr txBox="1"/>
          <p:nvPr>
            <p:custDataLst>
              <p:tags r:id="rId1"/>
            </p:custDataLst>
          </p:nvPr>
        </p:nvSpPr>
        <p:spPr>
          <a:xfrm>
            <a:off x="840105" y="440055"/>
            <a:ext cx="3281045" cy="521970"/>
          </a:xfrm>
          <a:prstGeom prst="rect">
            <a:avLst/>
          </a:prstGeom>
          <a:noFill/>
        </p:spPr>
        <p:txBody>
          <a:bodyPr wrap="square" rtlCol="0">
            <a:spAutoFit/>
          </a:bodyPr>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关键节点与里程碑</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custDataLst>
              <p:tags r:id="rId2"/>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custDataLst>
              <p:tags r:id="rId3"/>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5</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44" name="文本框 43"/>
          <p:cNvSpPr txBox="1"/>
          <p:nvPr>
            <p:custDataLst>
              <p:tags r:id="rId4"/>
            </p:custDataLst>
          </p:nvPr>
        </p:nvSpPr>
        <p:spPr>
          <a:xfrm>
            <a:off x="210185" y="3329940"/>
            <a:ext cx="1870075" cy="1857375"/>
          </a:xfrm>
          <a:prstGeom prst="rect">
            <a:avLst/>
          </a:prstGeom>
          <a:noFill/>
        </p:spPr>
        <p:txBody>
          <a:bodyPr wrap="square" tIns="0" rtlCol="0">
            <a:noAutofit/>
          </a:bodyPr>
          <a:p>
            <a:pPr marL="267335" indent="-266700" algn="l" defTabSz="457200" fontAlgn="auto">
              <a:lnSpc>
                <a:spcPct val="150000"/>
              </a:lnSpc>
              <a:buFont typeface="Wingdings" panose="05000000000000000000" charset="0"/>
              <a:buChar char="þ"/>
            </a:pPr>
            <a:r>
              <a:rPr lang="zh-CN" altLang="en-US" sz="1200" spc="150" dirty="0">
                <a:solidFill>
                  <a:schemeClr val="tx1"/>
                </a:solidFill>
                <a:latin typeface="微软雅黑" panose="020B0503020204020204" pitchFamily="34" charset="-122"/>
                <a:ea typeface="微软雅黑" panose="020B0503020204020204" pitchFamily="34" charset="-122"/>
              </a:rPr>
              <a:t>确认课程内容大纲</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marL="267335" indent="-266700" algn="l" defTabSz="457200" fontAlgn="auto">
              <a:lnSpc>
                <a:spcPct val="150000"/>
              </a:lnSpc>
              <a:buFont typeface="Wingdings" panose="05000000000000000000" charset="0"/>
              <a:buChar char="þ"/>
            </a:pPr>
            <a:r>
              <a:rPr lang="zh-CN" altLang="en-US" sz="1200" spc="150" dirty="0">
                <a:solidFill>
                  <a:schemeClr val="tx1"/>
                </a:solidFill>
                <a:latin typeface="微软雅黑" panose="020B0503020204020204" pitchFamily="34" charset="-122"/>
                <a:ea typeface="微软雅黑" panose="020B0503020204020204" pitchFamily="34" charset="-122"/>
              </a:rPr>
              <a:t>确认课程开发进度</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marL="267335" indent="-266700" algn="l" defTabSz="457200" fontAlgn="auto">
              <a:lnSpc>
                <a:spcPct val="150000"/>
              </a:lnSpc>
              <a:buFont typeface="Wingdings" panose="05000000000000000000" charset="0"/>
              <a:buChar char="þ"/>
            </a:pPr>
            <a:r>
              <a:rPr lang="zh-CN" altLang="en-US" sz="1200" spc="150" dirty="0">
                <a:solidFill>
                  <a:schemeClr val="tx1"/>
                </a:solidFill>
                <a:latin typeface="微软雅黑" panose="020B0503020204020204" pitchFamily="34" charset="-122"/>
                <a:ea typeface="微软雅黑" panose="020B0503020204020204" pitchFamily="34" charset="-122"/>
              </a:rPr>
              <a:t>确认现有功能模块</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marL="267335" indent="-266700" algn="l" defTabSz="457200" fontAlgn="auto">
              <a:lnSpc>
                <a:spcPct val="150000"/>
              </a:lnSpc>
              <a:buFont typeface="Wingdings" panose="05000000000000000000" charset="0"/>
              <a:buChar char="þ"/>
            </a:pPr>
            <a:r>
              <a:rPr lang="zh-CN" altLang="en-US" sz="1200" spc="150" dirty="0">
                <a:solidFill>
                  <a:schemeClr val="tx1"/>
                </a:solidFill>
                <a:latin typeface="微软雅黑" panose="020B0503020204020204" pitchFamily="34" charset="-122"/>
                <a:ea typeface="微软雅黑" panose="020B0503020204020204" pitchFamily="34" charset="-122"/>
              </a:rPr>
              <a:t>确认不做论坛交流</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marL="172085" indent="-171450" algn="l" defTabSz="457200" fontAlgn="auto">
              <a:lnSpc>
                <a:spcPct val="150000"/>
              </a:lnSpc>
              <a:buFont typeface="Wingdings" panose="05000000000000000000" charset="0"/>
              <a:buChar char="p"/>
            </a:pPr>
            <a:r>
              <a:rPr lang="en-US" altLang="zh-CN" sz="1200" spc="150" dirty="0">
                <a:solidFill>
                  <a:schemeClr val="tx1"/>
                </a:solidFill>
                <a:latin typeface="微软雅黑" panose="020B0503020204020204" pitchFamily="34" charset="-122"/>
                <a:ea typeface="微软雅黑" panose="020B0503020204020204" pitchFamily="34" charset="-122"/>
              </a:rPr>
              <a:t> </a:t>
            </a:r>
            <a:r>
              <a:rPr lang="zh-CN" altLang="en-US" sz="1200" spc="150" dirty="0">
                <a:solidFill>
                  <a:schemeClr val="tx1"/>
                </a:solidFill>
                <a:latin typeface="微软雅黑" panose="020B0503020204020204" pitchFamily="34" charset="-122"/>
                <a:ea typeface="微软雅黑" panose="020B0503020204020204" pitchFamily="34" charset="-122"/>
              </a:rPr>
              <a:t>待确定题库开发</a:t>
            </a:r>
            <a:endParaRPr lang="zh-CN" altLang="en-US" sz="1200" spc="150" dirty="0">
              <a:solidFill>
                <a:schemeClr val="tx1"/>
              </a:solidFill>
              <a:latin typeface="微软雅黑" panose="020B0503020204020204" pitchFamily="34" charset="-122"/>
              <a:ea typeface="微软雅黑" panose="020B0503020204020204" pitchFamily="34" charset="-122"/>
            </a:endParaRPr>
          </a:p>
        </p:txBody>
      </p:sp>
      <p:sp>
        <p:nvSpPr>
          <p:cNvPr id="45" name="文本框 44"/>
          <p:cNvSpPr txBox="1"/>
          <p:nvPr>
            <p:custDataLst>
              <p:tags r:id="rId5"/>
            </p:custDataLst>
          </p:nvPr>
        </p:nvSpPr>
        <p:spPr>
          <a:xfrm>
            <a:off x="2137410" y="3329940"/>
            <a:ext cx="1791335" cy="1405255"/>
          </a:xfrm>
          <a:prstGeom prst="rect">
            <a:avLst/>
          </a:prstGeom>
          <a:noFill/>
        </p:spPr>
        <p:txBody>
          <a:bodyPr wrap="square" tIns="0" rtlCol="0">
            <a:normAutofit lnSpcReduction="10000"/>
          </a:bodyPr>
          <a:p>
            <a:pPr marL="171450" indent="-171450" algn="l" defTabSz="457200">
              <a:lnSpc>
                <a:spcPct val="150000"/>
              </a:lnSpc>
              <a:buFont typeface="Arial" panose="020B0604020202020204" pitchFamily="34" charset="0"/>
              <a:buChar char="•"/>
            </a:pPr>
            <a:r>
              <a:rPr lang="zh-CN" altLang="en-US" sz="1200" spc="150" dirty="0">
                <a:solidFill>
                  <a:schemeClr val="tx1"/>
                </a:solidFill>
                <a:latin typeface="微软雅黑" panose="020B0503020204020204" pitchFamily="34" charset="-122"/>
                <a:ea typeface="微软雅黑" panose="020B0503020204020204" pitchFamily="34" charset="-122"/>
              </a:rPr>
              <a:t>平台功能原型设计</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marL="171450" indent="-171450" algn="l" defTabSz="457200">
              <a:lnSpc>
                <a:spcPct val="150000"/>
              </a:lnSpc>
              <a:buFont typeface="Arial" panose="020B0604020202020204" pitchFamily="34" charset="0"/>
              <a:buChar char="•"/>
            </a:pPr>
            <a:r>
              <a:rPr lang="zh-CN" altLang="en-US" sz="1200" spc="150" dirty="0">
                <a:solidFill>
                  <a:schemeClr val="tx1"/>
                </a:solidFill>
                <a:latin typeface="微软雅黑" panose="020B0503020204020204" pitchFamily="34" charset="-122"/>
                <a:ea typeface="微软雅黑" panose="020B0503020204020204" pitchFamily="34" charset="-122"/>
              </a:rPr>
              <a:t>平台功能</a:t>
            </a:r>
            <a:r>
              <a:rPr lang="en-US" altLang="zh-CN" sz="1200" spc="150" dirty="0">
                <a:solidFill>
                  <a:schemeClr val="tx1"/>
                </a:solidFill>
                <a:latin typeface="微软雅黑" panose="020B0503020204020204" pitchFamily="34" charset="-122"/>
                <a:ea typeface="微软雅黑" panose="020B0503020204020204" pitchFamily="34" charset="-122"/>
              </a:rPr>
              <a:t>UI</a:t>
            </a:r>
            <a:r>
              <a:rPr lang="zh-CN" altLang="en-US" sz="1200" spc="150" dirty="0">
                <a:solidFill>
                  <a:schemeClr val="tx1"/>
                </a:solidFill>
                <a:latin typeface="微软雅黑" panose="020B0503020204020204" pitchFamily="34" charset="-122"/>
                <a:ea typeface="微软雅黑" panose="020B0503020204020204" pitchFamily="34" charset="-122"/>
              </a:rPr>
              <a:t>设计</a:t>
            </a:r>
            <a:endParaRPr lang="zh-CN" altLang="en-US" sz="1200" spc="150" dirty="0">
              <a:solidFill>
                <a:schemeClr val="tx1"/>
              </a:solidFill>
              <a:latin typeface="微软雅黑" panose="020B0503020204020204" pitchFamily="34" charset="-122"/>
              <a:ea typeface="微软雅黑" panose="020B0503020204020204" pitchFamily="34" charset="-122"/>
            </a:endParaRPr>
          </a:p>
        </p:txBody>
      </p:sp>
      <p:sp>
        <p:nvSpPr>
          <p:cNvPr id="46" name="文本框 45"/>
          <p:cNvSpPr txBox="1"/>
          <p:nvPr>
            <p:custDataLst>
              <p:tags r:id="rId6"/>
            </p:custDataLst>
          </p:nvPr>
        </p:nvSpPr>
        <p:spPr>
          <a:xfrm>
            <a:off x="4058920" y="3329940"/>
            <a:ext cx="1871345" cy="1678940"/>
          </a:xfrm>
          <a:prstGeom prst="rect">
            <a:avLst/>
          </a:prstGeom>
          <a:noFill/>
        </p:spPr>
        <p:txBody>
          <a:bodyPr wrap="square" tIns="0" rtlCol="0">
            <a:noAutofit/>
          </a:bodyPr>
          <a:p>
            <a:pPr marL="171450" indent="-171450" algn="l" defTabSz="457200">
              <a:lnSpc>
                <a:spcPct val="150000"/>
              </a:lnSpc>
              <a:buFont typeface="Arial" panose="020B0604020202020204" pitchFamily="34" charset="0"/>
              <a:buChar char="•"/>
            </a:pPr>
            <a:r>
              <a:rPr lang="zh-CN" altLang="en-US" sz="1200" spc="150" dirty="0">
                <a:solidFill>
                  <a:schemeClr val="tx1"/>
                </a:solidFill>
                <a:latin typeface="微软雅黑" panose="020B0503020204020204" pitchFamily="34" charset="-122"/>
                <a:ea typeface="微软雅黑" panose="020B0503020204020204" pitchFamily="34" charset="-122"/>
              </a:rPr>
              <a:t>平台功能开发</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marL="171450" indent="-171450" algn="l" defTabSz="457200">
              <a:lnSpc>
                <a:spcPct val="150000"/>
              </a:lnSpc>
              <a:buFont typeface="Arial" panose="020B0604020202020204" pitchFamily="34" charset="0"/>
              <a:buChar char="•"/>
            </a:pPr>
            <a:r>
              <a:rPr lang="zh-CN" sz="1200" spc="150" dirty="0">
                <a:solidFill>
                  <a:schemeClr val="tx1"/>
                </a:solidFill>
                <a:latin typeface="微软雅黑" panose="020B0503020204020204" pitchFamily="34" charset="-122"/>
                <a:ea typeface="微软雅黑" panose="020B0503020204020204" pitchFamily="34" charset="-122"/>
              </a:rPr>
              <a:t>第三方对接</a:t>
            </a:r>
            <a:endParaRPr lang="zh-CN" sz="1200" spc="150" dirty="0">
              <a:solidFill>
                <a:schemeClr val="tx1"/>
              </a:solidFill>
              <a:latin typeface="微软雅黑" panose="020B0503020204020204" pitchFamily="34" charset="-122"/>
              <a:ea typeface="微软雅黑" panose="020B0503020204020204" pitchFamily="34" charset="-122"/>
            </a:endParaRPr>
          </a:p>
          <a:p>
            <a:pPr marL="171450" indent="-171450" algn="l" defTabSz="457200">
              <a:lnSpc>
                <a:spcPct val="150000"/>
              </a:lnSpc>
              <a:buFont typeface="Arial" panose="020B0604020202020204" pitchFamily="34" charset="0"/>
              <a:buChar char="•"/>
            </a:pPr>
            <a:r>
              <a:rPr lang="zh-CN" altLang="en-US" sz="1200" spc="150" dirty="0">
                <a:solidFill>
                  <a:schemeClr val="tx1"/>
                </a:solidFill>
                <a:latin typeface="微软雅黑" panose="020B0503020204020204" pitchFamily="34" charset="-122"/>
                <a:ea typeface="微软雅黑" panose="020B0503020204020204" pitchFamily="34" charset="-122"/>
              </a:rPr>
              <a:t>资质材料准备</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indent="0" algn="l" defTabSz="457200">
              <a:lnSpc>
                <a:spcPct val="150000"/>
              </a:lnSpc>
              <a:buFont typeface="Arial" panose="020B0604020202020204" pitchFamily="34" charset="0"/>
              <a:buNone/>
            </a:pPr>
            <a:r>
              <a:rPr lang="en-US" altLang="zh-CN" sz="1000" b="1" spc="150" dirty="0">
                <a:solidFill>
                  <a:schemeClr val="tx1"/>
                </a:solidFill>
                <a:latin typeface="微软雅黑" panose="020B0503020204020204" pitchFamily="34" charset="-122"/>
                <a:ea typeface="微软雅黑" panose="020B0503020204020204" pitchFamily="34" charset="-122"/>
              </a:rPr>
              <a:t>*</a:t>
            </a:r>
            <a:r>
              <a:rPr lang="zh-CN" altLang="en-US" sz="1000" b="1" spc="150" dirty="0">
                <a:solidFill>
                  <a:schemeClr val="tx1"/>
                </a:solidFill>
                <a:latin typeface="微软雅黑" panose="020B0503020204020204" pitchFamily="34" charset="-122"/>
                <a:ea typeface="微软雅黑" panose="020B0503020204020204" pitchFamily="34" charset="-122"/>
              </a:rPr>
              <a:t>需客户配合提供材料以及数据对接工作</a:t>
            </a:r>
            <a:endParaRPr lang="zh-CN" altLang="en-US" sz="1000" b="1" spc="150" dirty="0">
              <a:solidFill>
                <a:schemeClr val="tx1"/>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7"/>
            </p:custDataLst>
          </p:nvPr>
        </p:nvSpPr>
        <p:spPr>
          <a:xfrm>
            <a:off x="6273165" y="3325495"/>
            <a:ext cx="1815465" cy="1678940"/>
          </a:xfrm>
          <a:prstGeom prst="rect">
            <a:avLst/>
          </a:prstGeom>
          <a:noFill/>
        </p:spPr>
        <p:txBody>
          <a:bodyPr wrap="square" tIns="0" rtlCol="0">
            <a:noAutofit/>
          </a:bodyPr>
          <a:p>
            <a:pPr marL="171450" indent="-171450" algn="l" defTabSz="457200">
              <a:lnSpc>
                <a:spcPct val="150000"/>
              </a:lnSpc>
              <a:buFont typeface="Arial" panose="020B0604020202020204" pitchFamily="34" charset="0"/>
              <a:buChar char="•"/>
            </a:pPr>
            <a:r>
              <a:rPr lang="zh-CN" altLang="en-US" sz="1200" spc="150" dirty="0">
                <a:solidFill>
                  <a:schemeClr val="tx1"/>
                </a:solidFill>
                <a:latin typeface="微软雅黑" panose="020B0503020204020204" pitchFamily="34" charset="-122"/>
                <a:ea typeface="微软雅黑" panose="020B0503020204020204" pitchFamily="34" charset="-122"/>
              </a:rPr>
              <a:t>课程脚本制作</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marL="171450" indent="-171450" algn="l" defTabSz="457200">
              <a:lnSpc>
                <a:spcPct val="150000"/>
              </a:lnSpc>
              <a:buFont typeface="Arial" panose="020B0604020202020204" pitchFamily="34" charset="0"/>
              <a:buChar char="•"/>
            </a:pPr>
            <a:r>
              <a:rPr lang="zh-CN" altLang="en-US" sz="1200" spc="150" dirty="0">
                <a:solidFill>
                  <a:schemeClr val="tx1"/>
                </a:solidFill>
                <a:latin typeface="微软雅黑" panose="020B0503020204020204" pitchFamily="34" charset="-122"/>
                <a:ea typeface="微软雅黑" panose="020B0503020204020204" pitchFamily="34" charset="-122"/>
              </a:rPr>
              <a:t>动画视频制作</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marL="171450" indent="-171450" algn="l" defTabSz="457200">
              <a:lnSpc>
                <a:spcPct val="150000"/>
              </a:lnSpc>
              <a:buFont typeface="Arial" panose="020B0604020202020204" pitchFamily="34" charset="0"/>
              <a:buChar char="•"/>
            </a:pPr>
            <a:r>
              <a:rPr lang="zh-CN" altLang="en-US" sz="1200" spc="150" dirty="0">
                <a:solidFill>
                  <a:schemeClr val="tx1"/>
                </a:solidFill>
                <a:latin typeface="微软雅黑" panose="020B0503020204020204" pitchFamily="34" charset="-122"/>
                <a:ea typeface="微软雅黑" panose="020B0503020204020204" pitchFamily="34" charset="-122"/>
              </a:rPr>
              <a:t>审核交付上线</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indent="0" algn="l" defTabSz="457200">
              <a:lnSpc>
                <a:spcPct val="150000"/>
              </a:lnSpc>
              <a:buFont typeface="Arial" panose="020B0604020202020204" pitchFamily="34" charset="0"/>
              <a:buNone/>
            </a:pPr>
            <a:r>
              <a:rPr lang="en-US" altLang="zh-CN" sz="1000" b="1" spc="150" dirty="0">
                <a:latin typeface="微软雅黑" panose="020B0503020204020204" pitchFamily="34" charset="-122"/>
                <a:ea typeface="微软雅黑" panose="020B0503020204020204" pitchFamily="34" charset="-122"/>
                <a:sym typeface="+mn-ea"/>
              </a:rPr>
              <a:t>*</a:t>
            </a:r>
            <a:r>
              <a:rPr lang="zh-CN" altLang="en-US" sz="1000" b="1" spc="150" dirty="0">
                <a:latin typeface="微软雅黑" panose="020B0503020204020204" pitchFamily="34" charset="-122"/>
                <a:ea typeface="微软雅黑" panose="020B0503020204020204" pitchFamily="34" charset="-122"/>
                <a:sym typeface="+mn-ea"/>
              </a:rPr>
              <a:t>需客户配合脚本及视频审核</a:t>
            </a:r>
            <a:endParaRPr lang="zh-CN" altLang="en-US" sz="1000" b="1" spc="150" dirty="0">
              <a:solidFill>
                <a:schemeClr val="tx1"/>
              </a:solidFill>
              <a:latin typeface="微软雅黑" panose="020B0503020204020204" pitchFamily="34" charset="-122"/>
              <a:ea typeface="微软雅黑" panose="020B0503020204020204" pitchFamily="34" charset="-122"/>
              <a:sym typeface="+mn-ea"/>
            </a:endParaRPr>
          </a:p>
        </p:txBody>
      </p:sp>
      <p:sp>
        <p:nvSpPr>
          <p:cNvPr id="48" name="文本框 47"/>
          <p:cNvSpPr txBox="1"/>
          <p:nvPr>
            <p:custDataLst>
              <p:tags r:id="rId8"/>
            </p:custDataLst>
          </p:nvPr>
        </p:nvSpPr>
        <p:spPr>
          <a:xfrm>
            <a:off x="10092055" y="3329305"/>
            <a:ext cx="1797050" cy="1678940"/>
          </a:xfrm>
          <a:prstGeom prst="rect">
            <a:avLst/>
          </a:prstGeom>
          <a:noFill/>
        </p:spPr>
        <p:txBody>
          <a:bodyPr wrap="square" tIns="0" rtlCol="0">
            <a:noAutofit/>
          </a:bodyPr>
          <a:p>
            <a:pPr marL="171450" lvl="0" indent="-171450" algn="l" defTabSz="457200">
              <a:lnSpc>
                <a:spcPct val="150000"/>
              </a:lnSpc>
              <a:buClrTx/>
              <a:buSzTx/>
              <a:buFont typeface="Arial" panose="020B0604020202020204" pitchFamily="34" charset="0"/>
              <a:buChar char="•"/>
            </a:pPr>
            <a:r>
              <a:rPr lang="zh-CN" altLang="en-US" sz="1200" spc="150" dirty="0">
                <a:latin typeface="微软雅黑" panose="020B0503020204020204" pitchFamily="34" charset="-122"/>
                <a:ea typeface="微软雅黑" panose="020B0503020204020204" pitchFamily="34" charset="-122"/>
                <a:sym typeface="+mn-ea"/>
              </a:rPr>
              <a:t>客户使用培训</a:t>
            </a:r>
            <a:endParaRPr lang="zh-CN" altLang="en-US" sz="1200" spc="150" dirty="0">
              <a:latin typeface="微软雅黑" panose="020B0503020204020204" pitchFamily="34" charset="-122"/>
              <a:ea typeface="微软雅黑" panose="020B0503020204020204" pitchFamily="34" charset="-122"/>
              <a:sym typeface="+mn-ea"/>
            </a:endParaRPr>
          </a:p>
          <a:p>
            <a:pPr marL="171450" lvl="0" indent="-171450" algn="l" defTabSz="457200">
              <a:lnSpc>
                <a:spcPct val="150000"/>
              </a:lnSpc>
              <a:buClrTx/>
              <a:buSzTx/>
              <a:buFont typeface="Arial" panose="020B0604020202020204" pitchFamily="34" charset="0"/>
              <a:buChar char="•"/>
            </a:pPr>
            <a:r>
              <a:rPr lang="zh-CN" altLang="en-US" sz="1200" spc="150" dirty="0">
                <a:latin typeface="微软雅黑" panose="020B0503020204020204" pitchFamily="34" charset="-122"/>
                <a:ea typeface="微软雅黑" panose="020B0503020204020204" pitchFamily="34" charset="-122"/>
                <a:sym typeface="+mn-ea"/>
              </a:rPr>
              <a:t>客户发文号召</a:t>
            </a:r>
            <a:endParaRPr lang="zh-CN" altLang="en-US" sz="1200" spc="150" dirty="0">
              <a:latin typeface="微软雅黑" panose="020B0503020204020204" pitchFamily="34" charset="-122"/>
              <a:ea typeface="微软雅黑" panose="020B0503020204020204" pitchFamily="34" charset="-122"/>
              <a:sym typeface="+mn-ea"/>
            </a:endParaRPr>
          </a:p>
          <a:p>
            <a:pPr marL="171450" lvl="0" indent="-171450" algn="l" defTabSz="457200">
              <a:lnSpc>
                <a:spcPct val="150000"/>
              </a:lnSpc>
              <a:buClrTx/>
              <a:buSzTx/>
              <a:buFont typeface="Arial" panose="020B0604020202020204" pitchFamily="34" charset="0"/>
              <a:buChar char="•"/>
            </a:pPr>
            <a:r>
              <a:rPr lang="zh-CN" altLang="en-US" sz="1200" spc="150" dirty="0">
                <a:latin typeface="微软雅黑" panose="020B0503020204020204" pitchFamily="34" charset="-122"/>
                <a:ea typeface="微软雅黑" panose="020B0503020204020204" pitchFamily="34" charset="-122"/>
                <a:sym typeface="+mn-ea"/>
              </a:rPr>
              <a:t>其他辅助推广工作</a:t>
            </a:r>
            <a:endParaRPr lang="zh-CN" altLang="en-US" sz="1200" spc="150" dirty="0">
              <a:latin typeface="微软雅黑" panose="020B0503020204020204" pitchFamily="34" charset="-122"/>
              <a:ea typeface="微软雅黑" panose="020B0503020204020204" pitchFamily="34" charset="-122"/>
              <a:sym typeface="+mn-ea"/>
            </a:endParaRPr>
          </a:p>
        </p:txBody>
      </p:sp>
      <p:sp>
        <p:nvSpPr>
          <p:cNvPr id="13" name="矩形 12"/>
          <p:cNvSpPr/>
          <p:nvPr>
            <p:custDataLst>
              <p:tags r:id="rId9"/>
            </p:custDataLst>
          </p:nvPr>
        </p:nvSpPr>
        <p:spPr>
          <a:xfrm rot="16200000">
            <a:off x="10464800" y="1767205"/>
            <a:ext cx="1100455" cy="1776095"/>
          </a:xfrm>
          <a:prstGeom prst="rect">
            <a:avLst/>
          </a:prstGeom>
          <a:solidFill>
            <a:srgbClr val="1174FE"/>
          </a:solidFill>
          <a:ln>
            <a:solidFill>
              <a:srgbClr val="FFFFFF"/>
            </a:solidFill>
          </a:ln>
        </p:spPr>
        <p:style>
          <a:lnRef idx="2">
            <a:srgbClr val="2196F3">
              <a:shade val="50000"/>
            </a:srgbClr>
          </a:lnRef>
          <a:fillRef idx="1">
            <a:srgbClr val="2196F3"/>
          </a:fillRef>
          <a:effectRef idx="0">
            <a:srgbClr val="2196F3"/>
          </a:effectRef>
          <a:fontRef idx="minor">
            <a:srgbClr val="FFFFFF"/>
          </a:fontRef>
        </p:style>
        <p:txBody>
          <a:bodyPr wrap="square" rtlCol="0" anchor="ctr">
            <a:normAutofit/>
          </a:bodyPr>
          <a:p>
            <a:pPr algn="ctr" defTabSz="457200"/>
            <a:endParaRPr lang="zh-CN" altLang="en-US" sz="3600">
              <a:solidFill>
                <a:srgbClr val="FFFFFF"/>
              </a:solidFill>
              <a:latin typeface="微软雅黑" panose="020B0503020204020204" pitchFamily="34" charset="-122"/>
              <a:ea typeface="微软雅黑" panose="020B0503020204020204" pitchFamily="34" charset="-122"/>
            </a:endParaRPr>
          </a:p>
        </p:txBody>
      </p:sp>
      <p:sp>
        <p:nvSpPr>
          <p:cNvPr id="42" name="文本框 41"/>
          <p:cNvSpPr txBox="1"/>
          <p:nvPr>
            <p:custDataLst>
              <p:tags r:id="rId10"/>
            </p:custDataLst>
          </p:nvPr>
        </p:nvSpPr>
        <p:spPr>
          <a:xfrm>
            <a:off x="10271760" y="2486025"/>
            <a:ext cx="1520190" cy="293370"/>
          </a:xfrm>
          <a:prstGeom prst="rect">
            <a:avLst/>
          </a:prstGeom>
          <a:noFill/>
        </p:spPr>
        <p:txBody>
          <a:bodyPr wrap="square" bIns="0" rtlCol="0" anchor="ctr">
            <a:normAutofit fontScale="90000"/>
          </a:bodyPr>
          <a:p>
            <a:pPr algn="ctr" defTabSz="457200"/>
            <a:r>
              <a:rPr lang="zh-CN" altLang="en-US" sz="1600" b="1" spc="300" dirty="0">
                <a:solidFill>
                  <a:srgbClr val="FFFFFF"/>
                </a:solidFill>
                <a:latin typeface="微软雅黑" panose="020B0503020204020204" pitchFamily="34" charset="-122"/>
                <a:ea typeface="微软雅黑" panose="020B0503020204020204" pitchFamily="34" charset="-122"/>
              </a:rPr>
              <a:t>平台推广</a:t>
            </a:r>
            <a:endParaRPr lang="zh-CN" altLang="en-US" sz="1600" b="1" spc="300" dirty="0">
              <a:solidFill>
                <a:srgbClr val="FFFFFF"/>
              </a:solidFill>
              <a:latin typeface="微软雅黑" panose="020B0503020204020204" pitchFamily="34" charset="-122"/>
              <a:ea typeface="微软雅黑" panose="020B0503020204020204" pitchFamily="34" charset="-122"/>
            </a:endParaRPr>
          </a:p>
        </p:txBody>
      </p:sp>
      <p:sp>
        <p:nvSpPr>
          <p:cNvPr id="43" name="文本框 42"/>
          <p:cNvSpPr txBox="1"/>
          <p:nvPr>
            <p:custDataLst>
              <p:tags r:id="rId11"/>
            </p:custDataLst>
          </p:nvPr>
        </p:nvSpPr>
        <p:spPr>
          <a:xfrm>
            <a:off x="10261600" y="2230755"/>
            <a:ext cx="1520190" cy="254635"/>
          </a:xfrm>
          <a:prstGeom prst="rect">
            <a:avLst/>
          </a:prstGeom>
          <a:noFill/>
        </p:spPr>
        <p:txBody>
          <a:bodyPr wrap="square" rtlCol="0">
            <a:noAutofit/>
          </a:bodyPr>
          <a:p>
            <a:pPr lvl="0" algn="ctr" defTabSz="457200">
              <a:buClrTx/>
              <a:buSzTx/>
              <a:buFontTx/>
            </a:pPr>
            <a:r>
              <a:rPr kumimoji="1" lang="en-US" altLang="zh-CN" sz="1200" dirty="0">
                <a:solidFill>
                  <a:srgbClr val="FFFFFF"/>
                </a:solidFill>
                <a:latin typeface="微软雅黑" panose="020B0503020204020204" pitchFamily="34" charset="-122"/>
                <a:ea typeface="微软雅黑" panose="020B0503020204020204" pitchFamily="34" charset="-122"/>
                <a:sym typeface="+mn-ea"/>
              </a:rPr>
              <a:t>06</a:t>
            </a:r>
            <a:endParaRPr kumimoji="1" lang="en-US" altLang="zh-CN" sz="1200" dirty="0">
              <a:solidFill>
                <a:srgbClr val="FFFFFF"/>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12"/>
            </p:custDataLst>
          </p:nvPr>
        </p:nvSpPr>
        <p:spPr>
          <a:xfrm>
            <a:off x="10271760" y="2780030"/>
            <a:ext cx="1520190" cy="254635"/>
          </a:xfrm>
          <a:prstGeom prst="rect">
            <a:avLst/>
          </a:prstGeom>
          <a:noFill/>
        </p:spPr>
        <p:txBody>
          <a:bodyPr wrap="square" rtlCol="0">
            <a:noAutofit/>
          </a:bodyPr>
          <a:p>
            <a:pPr lvl="0" algn="ctr" defTabSz="457200">
              <a:buClrTx/>
              <a:buSzTx/>
              <a:buFontTx/>
            </a:pPr>
            <a:r>
              <a:rPr kumimoji="1" lang="en-US" altLang="zh-CN" sz="1200" dirty="0">
                <a:solidFill>
                  <a:srgbClr val="FFFFFF"/>
                </a:solidFill>
                <a:latin typeface="微软雅黑" panose="020B0503020204020204" pitchFamily="34" charset="-122"/>
                <a:ea typeface="微软雅黑" panose="020B0503020204020204" pitchFamily="34" charset="-122"/>
                <a:sym typeface="+mn-ea"/>
              </a:rPr>
              <a:t>2024/</a:t>
            </a:r>
            <a:r>
              <a:rPr kumimoji="1" lang="en-US" altLang="zh-CN" sz="1200" dirty="0">
                <a:solidFill>
                  <a:srgbClr val="FFFFFF"/>
                </a:solidFill>
                <a:latin typeface="微软雅黑" panose="020B0503020204020204" pitchFamily="34" charset="-122"/>
                <a:ea typeface="微软雅黑" panose="020B0503020204020204" pitchFamily="34" charset="-122"/>
                <a:sym typeface="+mn-ea"/>
              </a:rPr>
              <a:t>04~</a:t>
            </a:r>
            <a:endParaRPr kumimoji="1" lang="en-US" altLang="zh-CN" sz="1200" dirty="0">
              <a:solidFill>
                <a:srgbClr val="FFFFFF"/>
              </a:solidFill>
              <a:latin typeface="微软雅黑" panose="020B0503020204020204" pitchFamily="34" charset="-122"/>
              <a:ea typeface="微软雅黑" panose="020B0503020204020204" pitchFamily="34" charset="-122"/>
              <a:sym typeface="+mn-ea"/>
            </a:endParaRPr>
          </a:p>
        </p:txBody>
      </p:sp>
      <p:sp>
        <p:nvSpPr>
          <p:cNvPr id="11" name="文本框 10"/>
          <p:cNvSpPr txBox="1"/>
          <p:nvPr>
            <p:custDataLst>
              <p:tags r:id="rId13"/>
            </p:custDataLst>
          </p:nvPr>
        </p:nvSpPr>
        <p:spPr>
          <a:xfrm>
            <a:off x="8169910" y="3354705"/>
            <a:ext cx="1906905" cy="1374775"/>
          </a:xfrm>
          <a:prstGeom prst="rect">
            <a:avLst/>
          </a:prstGeom>
          <a:noFill/>
        </p:spPr>
        <p:txBody>
          <a:bodyPr wrap="square" tIns="0" rtlCol="0">
            <a:noAutofit/>
          </a:bodyPr>
          <a:p>
            <a:pPr marL="171450" indent="-171450" algn="l" defTabSz="457200">
              <a:lnSpc>
                <a:spcPct val="150000"/>
              </a:lnSpc>
              <a:buFont typeface="Arial" panose="020B0604020202020204" pitchFamily="34" charset="0"/>
              <a:buChar char="•"/>
            </a:pPr>
            <a:r>
              <a:rPr lang="zh-CN" altLang="en-US" sz="1200" spc="150" dirty="0">
                <a:latin typeface="微软雅黑" panose="020B0503020204020204" pitchFamily="34" charset="-122"/>
                <a:ea typeface="微软雅黑" panose="020B0503020204020204" pitchFamily="34" charset="-122"/>
                <a:sym typeface="+mn-ea"/>
              </a:rPr>
              <a:t>平台上线准备及发布</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marL="171450" indent="-171450" algn="l" defTabSz="457200">
              <a:lnSpc>
                <a:spcPct val="150000"/>
              </a:lnSpc>
              <a:buFont typeface="Arial" panose="020B0604020202020204" pitchFamily="34" charset="0"/>
              <a:buChar char="•"/>
            </a:pPr>
            <a:r>
              <a:rPr lang="zh-CN" altLang="en-US" sz="1200" spc="150" dirty="0">
                <a:latin typeface="微软雅黑" panose="020B0503020204020204" pitchFamily="34" charset="-122"/>
                <a:ea typeface="微软雅黑" panose="020B0503020204020204" pitchFamily="34" charset="-122"/>
                <a:sym typeface="+mn-ea"/>
              </a:rPr>
              <a:t>客户整体验收</a:t>
            </a:r>
            <a:endParaRPr lang="zh-CN" altLang="en-US" sz="1200" spc="150" dirty="0">
              <a:solidFill>
                <a:schemeClr val="tx1"/>
              </a:solidFill>
              <a:latin typeface="微软雅黑" panose="020B0503020204020204" pitchFamily="34" charset="-122"/>
              <a:ea typeface="微软雅黑" panose="020B0503020204020204" pitchFamily="34" charset="-122"/>
            </a:endParaRPr>
          </a:p>
          <a:p>
            <a:pPr indent="0" algn="l" defTabSz="457200">
              <a:lnSpc>
                <a:spcPct val="150000"/>
              </a:lnSpc>
              <a:buFont typeface="Arial" panose="020B0604020202020204" pitchFamily="34" charset="0"/>
              <a:buNone/>
            </a:pPr>
            <a:r>
              <a:rPr lang="en-US" altLang="zh-CN" sz="1000" b="1" spc="150" dirty="0">
                <a:solidFill>
                  <a:schemeClr val="tx1"/>
                </a:solidFill>
                <a:latin typeface="微软雅黑" panose="020B0503020204020204" pitchFamily="34" charset="-122"/>
                <a:ea typeface="微软雅黑" panose="020B0503020204020204" pitchFamily="34" charset="-122"/>
                <a:sym typeface="+mn-ea"/>
              </a:rPr>
              <a:t>*</a:t>
            </a:r>
            <a:r>
              <a:rPr lang="zh-CN" altLang="en-US" sz="1000" b="1" spc="150" dirty="0">
                <a:solidFill>
                  <a:schemeClr val="tx1"/>
                </a:solidFill>
                <a:latin typeface="微软雅黑" panose="020B0503020204020204" pitchFamily="34" charset="-122"/>
                <a:ea typeface="微软雅黑" panose="020B0503020204020204" pitchFamily="34" charset="-122"/>
                <a:sym typeface="+mn-ea"/>
              </a:rPr>
              <a:t>需客户配合平台推广</a:t>
            </a:r>
            <a:endParaRPr lang="zh-CN" altLang="en-US" sz="1000" b="1" spc="150" dirty="0">
              <a:solidFill>
                <a:schemeClr val="tx1"/>
              </a:solidFill>
              <a:latin typeface="微软雅黑" panose="020B0503020204020204" pitchFamily="34" charset="-122"/>
              <a:ea typeface="微软雅黑" panose="020B0503020204020204" pitchFamily="34" charset="-122"/>
              <a:sym typeface="+mn-ea"/>
            </a:endParaRPr>
          </a:p>
        </p:txBody>
      </p:sp>
      <p:sp>
        <p:nvSpPr>
          <p:cNvPr id="18" name="任意形状 17"/>
          <p:cNvSpPr/>
          <p:nvPr>
            <p:custDataLst>
              <p:tags r:id="rId14"/>
            </p:custDataLst>
          </p:nvPr>
        </p:nvSpPr>
        <p:spPr>
          <a:xfrm rot="16200000">
            <a:off x="629920" y="1757045"/>
            <a:ext cx="1101090" cy="1797685"/>
          </a:xfrm>
          <a:prstGeom prst="rect">
            <a:avLst/>
          </a:prstGeom>
          <a:solidFill>
            <a:srgbClr val="0057D4"/>
          </a:solidFill>
          <a:ln>
            <a:solidFill>
              <a:srgbClr val="FFFFFF"/>
            </a:solidFill>
          </a:ln>
        </p:spPr>
        <p:style>
          <a:lnRef idx="2">
            <a:srgbClr val="2196F3">
              <a:shade val="50000"/>
            </a:srgbClr>
          </a:lnRef>
          <a:fillRef idx="1">
            <a:srgbClr val="2196F3"/>
          </a:fillRef>
          <a:effectRef idx="0">
            <a:srgbClr val="2196F3"/>
          </a:effectRef>
          <a:fontRef idx="minor">
            <a:srgbClr val="FFFFFF"/>
          </a:fontRef>
        </p:style>
        <p:txBody>
          <a:bodyPr wrap="square" rtlCol="0" anchor="ctr">
            <a:normAutofit/>
          </a:bodyPr>
          <a:p>
            <a:pPr algn="ctr" defTabSz="457200"/>
            <a:endParaRPr lang="zh-CN" altLang="en-US" sz="3600">
              <a:solidFill>
                <a:srgbClr val="FFFFFF"/>
              </a:solidFill>
              <a:latin typeface="微软雅黑" panose="020B0503020204020204" pitchFamily="34" charset="-122"/>
              <a:ea typeface="微软雅黑" panose="020B0503020204020204" pitchFamily="34" charset="-122"/>
            </a:endParaRPr>
          </a:p>
        </p:txBody>
      </p:sp>
      <p:sp>
        <p:nvSpPr>
          <p:cNvPr id="24" name="文本框 23"/>
          <p:cNvSpPr txBox="1"/>
          <p:nvPr>
            <p:custDataLst>
              <p:tags r:id="rId15"/>
            </p:custDataLst>
          </p:nvPr>
        </p:nvSpPr>
        <p:spPr>
          <a:xfrm>
            <a:off x="394335" y="2414270"/>
            <a:ext cx="1518920" cy="353060"/>
          </a:xfrm>
          <a:prstGeom prst="rect">
            <a:avLst/>
          </a:prstGeom>
          <a:noFill/>
        </p:spPr>
        <p:txBody>
          <a:bodyPr wrap="square" bIns="0" rtlCol="0" anchor="ctr">
            <a:normAutofit/>
          </a:bodyPr>
          <a:p>
            <a:pPr algn="ctr" defTabSz="457200"/>
            <a:r>
              <a:rPr lang="zh-CN" altLang="en-US" sz="1600" b="1" spc="300" dirty="0">
                <a:solidFill>
                  <a:srgbClr val="FFFFFF"/>
                </a:solidFill>
                <a:latin typeface="微软雅黑" panose="020B0503020204020204" pitchFamily="34" charset="-122"/>
                <a:ea typeface="微软雅黑" panose="020B0503020204020204" pitchFamily="34" charset="-122"/>
              </a:rPr>
              <a:t>需求调研</a:t>
            </a:r>
            <a:endParaRPr lang="zh-CN" altLang="en-US" sz="1600" b="1" spc="300" dirty="0">
              <a:solidFill>
                <a:srgbClr val="FFFFFF"/>
              </a:solidFill>
              <a:latin typeface="微软雅黑" panose="020B0503020204020204" pitchFamily="34" charset="-122"/>
              <a:ea typeface="微软雅黑" panose="020B0503020204020204" pitchFamily="34" charset="-122"/>
            </a:endParaRPr>
          </a:p>
        </p:txBody>
      </p:sp>
      <p:sp>
        <p:nvSpPr>
          <p:cNvPr id="25" name="文本框 24"/>
          <p:cNvSpPr txBox="1"/>
          <p:nvPr>
            <p:custDataLst>
              <p:tags r:id="rId16"/>
            </p:custDataLst>
          </p:nvPr>
        </p:nvSpPr>
        <p:spPr>
          <a:xfrm>
            <a:off x="394335" y="2209800"/>
            <a:ext cx="1514475"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01</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sp>
        <p:nvSpPr>
          <p:cNvPr id="3" name="文本框 2"/>
          <p:cNvSpPr txBox="1"/>
          <p:nvPr>
            <p:custDataLst>
              <p:tags r:id="rId17"/>
            </p:custDataLst>
          </p:nvPr>
        </p:nvSpPr>
        <p:spPr>
          <a:xfrm>
            <a:off x="395605" y="2769870"/>
            <a:ext cx="1514475"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2023/08~2023/10</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sp>
        <p:nvSpPr>
          <p:cNvPr id="19" name="任意形状 18"/>
          <p:cNvSpPr/>
          <p:nvPr>
            <p:custDataLst>
              <p:tags r:id="rId18"/>
            </p:custDataLst>
          </p:nvPr>
        </p:nvSpPr>
        <p:spPr>
          <a:xfrm rot="16200000">
            <a:off x="2550365" y="1755570"/>
            <a:ext cx="1101090" cy="1800000"/>
          </a:xfrm>
          <a:prstGeom prst="rect">
            <a:avLst/>
          </a:prstGeom>
          <a:solidFill>
            <a:srgbClr val="1174FE"/>
          </a:solidFill>
          <a:ln>
            <a:solidFill>
              <a:srgbClr val="FFFFFF"/>
            </a:solidFill>
          </a:ln>
        </p:spPr>
        <p:style>
          <a:lnRef idx="2">
            <a:srgbClr val="2196F3">
              <a:shade val="50000"/>
            </a:srgbClr>
          </a:lnRef>
          <a:fillRef idx="1">
            <a:srgbClr val="2196F3"/>
          </a:fillRef>
          <a:effectRef idx="0">
            <a:srgbClr val="2196F3"/>
          </a:effectRef>
          <a:fontRef idx="minor">
            <a:srgbClr val="FFFFFF"/>
          </a:fontRef>
        </p:style>
        <p:txBody>
          <a:bodyPr wrap="square" rtlCol="0" anchor="ctr">
            <a:normAutofit/>
          </a:bodyPr>
          <a:p>
            <a:pPr algn="ctr" defTabSz="457200"/>
            <a:endParaRPr lang="zh-CN" altLang="en-US" sz="3600">
              <a:solidFill>
                <a:srgbClr val="FFFFFF"/>
              </a:solidFill>
              <a:latin typeface="微软雅黑" panose="020B0503020204020204" pitchFamily="34" charset="-122"/>
              <a:ea typeface="微软雅黑" panose="020B0503020204020204" pitchFamily="34" charset="-122"/>
            </a:endParaRPr>
          </a:p>
        </p:txBody>
      </p:sp>
      <p:sp>
        <p:nvSpPr>
          <p:cNvPr id="28" name="文本框 27"/>
          <p:cNvSpPr txBox="1"/>
          <p:nvPr>
            <p:custDataLst>
              <p:tags r:id="rId19"/>
            </p:custDataLst>
          </p:nvPr>
        </p:nvSpPr>
        <p:spPr>
          <a:xfrm>
            <a:off x="2284730" y="2414270"/>
            <a:ext cx="1546860" cy="353060"/>
          </a:xfrm>
          <a:prstGeom prst="rect">
            <a:avLst/>
          </a:prstGeom>
          <a:noFill/>
        </p:spPr>
        <p:txBody>
          <a:bodyPr wrap="square" bIns="0" rtlCol="0" anchor="ctr">
            <a:normAutofit/>
          </a:bodyPr>
          <a:p>
            <a:pPr algn="ctr" defTabSz="457200"/>
            <a:r>
              <a:rPr lang="zh-CN" altLang="en-US" sz="1600" b="1" spc="300" dirty="0">
                <a:solidFill>
                  <a:srgbClr val="FFFFFF"/>
                </a:solidFill>
                <a:latin typeface="微软雅黑" panose="020B0503020204020204" pitchFamily="34" charset="-122"/>
                <a:ea typeface="微软雅黑" panose="020B0503020204020204" pitchFamily="34" charset="-122"/>
              </a:rPr>
              <a:t>平台设计</a:t>
            </a:r>
            <a:endParaRPr lang="zh-CN" altLang="en-US" sz="1600" b="1" spc="300" dirty="0">
              <a:solidFill>
                <a:srgbClr val="FFFFFF"/>
              </a:solidFill>
              <a:latin typeface="微软雅黑" panose="020B0503020204020204" pitchFamily="34" charset="-122"/>
              <a:ea typeface="微软雅黑" panose="020B0503020204020204" pitchFamily="34" charset="-122"/>
            </a:endParaRPr>
          </a:p>
        </p:txBody>
      </p:sp>
      <p:sp>
        <p:nvSpPr>
          <p:cNvPr id="31" name="文本框 30"/>
          <p:cNvSpPr txBox="1"/>
          <p:nvPr>
            <p:custDataLst>
              <p:tags r:id="rId20"/>
            </p:custDataLst>
          </p:nvPr>
        </p:nvSpPr>
        <p:spPr>
          <a:xfrm>
            <a:off x="2286635" y="2209800"/>
            <a:ext cx="1541780"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02</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sp>
        <p:nvSpPr>
          <p:cNvPr id="4" name="文本框 3"/>
          <p:cNvSpPr txBox="1"/>
          <p:nvPr>
            <p:custDataLst>
              <p:tags r:id="rId21"/>
            </p:custDataLst>
          </p:nvPr>
        </p:nvSpPr>
        <p:spPr>
          <a:xfrm>
            <a:off x="2287905" y="2769870"/>
            <a:ext cx="1541780"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2023/10~2023/11</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sp>
        <p:nvSpPr>
          <p:cNvPr id="20" name="任意形状 19"/>
          <p:cNvSpPr/>
          <p:nvPr>
            <p:custDataLst>
              <p:tags r:id="rId22"/>
            </p:custDataLst>
          </p:nvPr>
        </p:nvSpPr>
        <p:spPr>
          <a:xfrm rot="16200000">
            <a:off x="4461605" y="1764570"/>
            <a:ext cx="1101090" cy="1782000"/>
          </a:xfrm>
          <a:prstGeom prst="rect">
            <a:avLst/>
          </a:prstGeom>
          <a:solidFill>
            <a:srgbClr val="0057D4"/>
          </a:solidFill>
          <a:ln>
            <a:solidFill>
              <a:srgbClr val="FFFFFF"/>
            </a:solidFill>
          </a:ln>
        </p:spPr>
        <p:style>
          <a:lnRef idx="2">
            <a:srgbClr val="2196F3">
              <a:shade val="50000"/>
            </a:srgbClr>
          </a:lnRef>
          <a:fillRef idx="1">
            <a:srgbClr val="2196F3"/>
          </a:fillRef>
          <a:effectRef idx="0">
            <a:srgbClr val="2196F3"/>
          </a:effectRef>
          <a:fontRef idx="minor">
            <a:srgbClr val="FFFFFF"/>
          </a:fontRef>
        </p:style>
        <p:txBody>
          <a:bodyPr wrap="square" rtlCol="0" anchor="ctr">
            <a:normAutofit/>
          </a:bodyPr>
          <a:p>
            <a:pPr algn="ctr" defTabSz="457200"/>
            <a:endParaRPr lang="zh-CN" altLang="en-US" sz="3600">
              <a:solidFill>
                <a:srgbClr val="FFFFFF"/>
              </a:solidFill>
              <a:latin typeface="微软雅黑" panose="020B0503020204020204" pitchFamily="34" charset="-122"/>
              <a:ea typeface="微软雅黑" panose="020B0503020204020204" pitchFamily="34" charset="-122"/>
            </a:endParaRPr>
          </a:p>
        </p:txBody>
      </p:sp>
      <p:sp>
        <p:nvSpPr>
          <p:cNvPr id="34" name="文本框 33"/>
          <p:cNvSpPr txBox="1"/>
          <p:nvPr>
            <p:custDataLst>
              <p:tags r:id="rId23"/>
            </p:custDataLst>
          </p:nvPr>
        </p:nvSpPr>
        <p:spPr>
          <a:xfrm>
            <a:off x="4203065" y="2414270"/>
            <a:ext cx="1546860" cy="353060"/>
          </a:xfrm>
          <a:prstGeom prst="rect">
            <a:avLst/>
          </a:prstGeom>
          <a:noFill/>
        </p:spPr>
        <p:txBody>
          <a:bodyPr wrap="square" bIns="0" rtlCol="0" anchor="ctr">
            <a:normAutofit/>
          </a:bodyPr>
          <a:p>
            <a:pPr algn="ctr" defTabSz="457200"/>
            <a:r>
              <a:rPr lang="zh-CN" altLang="en-US" sz="1600" b="1" spc="300" dirty="0">
                <a:solidFill>
                  <a:srgbClr val="FFFFFF"/>
                </a:solidFill>
                <a:latin typeface="微软雅黑" panose="020B0503020204020204" pitchFamily="34" charset="-122"/>
                <a:ea typeface="微软雅黑" panose="020B0503020204020204" pitchFamily="34" charset="-122"/>
              </a:rPr>
              <a:t>功能开发</a:t>
            </a:r>
            <a:endParaRPr lang="zh-CN" altLang="en-US" sz="1600" b="1" spc="300" dirty="0">
              <a:solidFill>
                <a:srgbClr val="FFFFFF"/>
              </a:solidFill>
              <a:latin typeface="微软雅黑" panose="020B0503020204020204" pitchFamily="34" charset="-122"/>
              <a:ea typeface="微软雅黑" panose="020B0503020204020204" pitchFamily="34" charset="-122"/>
            </a:endParaRPr>
          </a:p>
        </p:txBody>
      </p:sp>
      <p:sp>
        <p:nvSpPr>
          <p:cNvPr id="35" name="文本框 34"/>
          <p:cNvSpPr txBox="1"/>
          <p:nvPr>
            <p:custDataLst>
              <p:tags r:id="rId24"/>
            </p:custDataLst>
          </p:nvPr>
        </p:nvSpPr>
        <p:spPr>
          <a:xfrm>
            <a:off x="4203065" y="2209800"/>
            <a:ext cx="1544955"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03</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25"/>
            </p:custDataLst>
          </p:nvPr>
        </p:nvSpPr>
        <p:spPr>
          <a:xfrm>
            <a:off x="4204335" y="2769870"/>
            <a:ext cx="1544955"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2023/12~2024/01</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sp>
        <p:nvSpPr>
          <p:cNvPr id="21" name="任意形状 20"/>
          <p:cNvSpPr/>
          <p:nvPr>
            <p:custDataLst>
              <p:tags r:id="rId26"/>
            </p:custDataLst>
          </p:nvPr>
        </p:nvSpPr>
        <p:spPr>
          <a:xfrm rot="16200000">
            <a:off x="6629495" y="1764570"/>
            <a:ext cx="1101090" cy="1782000"/>
          </a:xfrm>
          <a:prstGeom prst="rect">
            <a:avLst/>
          </a:prstGeom>
          <a:solidFill>
            <a:srgbClr val="1174FE"/>
          </a:solidFill>
          <a:ln>
            <a:solidFill>
              <a:srgbClr val="FFFFFF"/>
            </a:solidFill>
          </a:ln>
        </p:spPr>
        <p:style>
          <a:lnRef idx="2">
            <a:srgbClr val="2196F3">
              <a:shade val="50000"/>
            </a:srgbClr>
          </a:lnRef>
          <a:fillRef idx="1">
            <a:srgbClr val="2196F3"/>
          </a:fillRef>
          <a:effectRef idx="0">
            <a:srgbClr val="2196F3"/>
          </a:effectRef>
          <a:fontRef idx="minor">
            <a:srgbClr val="FFFFFF"/>
          </a:fontRef>
        </p:style>
        <p:txBody>
          <a:bodyPr wrap="square" rtlCol="0" anchor="ctr">
            <a:normAutofit/>
          </a:bodyPr>
          <a:p>
            <a:pPr algn="ctr" defTabSz="457200"/>
            <a:endParaRPr lang="zh-CN" altLang="en-US" sz="3600" dirty="0">
              <a:solidFill>
                <a:srgbClr val="FFFFFF"/>
              </a:solidFill>
              <a:latin typeface="微软雅黑" panose="020B0503020204020204" pitchFamily="34" charset="-122"/>
              <a:ea typeface="微软雅黑" panose="020B0503020204020204" pitchFamily="34" charset="-122"/>
            </a:endParaRPr>
          </a:p>
        </p:txBody>
      </p:sp>
      <p:sp>
        <p:nvSpPr>
          <p:cNvPr id="38" name="文本框 37"/>
          <p:cNvSpPr txBox="1"/>
          <p:nvPr>
            <p:custDataLst>
              <p:tags r:id="rId27"/>
            </p:custDataLst>
          </p:nvPr>
        </p:nvSpPr>
        <p:spPr>
          <a:xfrm>
            <a:off x="6402705" y="2417445"/>
            <a:ext cx="1514475" cy="353060"/>
          </a:xfrm>
          <a:prstGeom prst="rect">
            <a:avLst/>
          </a:prstGeom>
          <a:noFill/>
        </p:spPr>
        <p:txBody>
          <a:bodyPr wrap="square" bIns="0" rtlCol="0" anchor="ctr">
            <a:normAutofit/>
          </a:bodyPr>
          <a:p>
            <a:pPr algn="ctr" defTabSz="457200"/>
            <a:r>
              <a:rPr lang="zh-CN" altLang="en-US" sz="1600" b="1" spc="300" dirty="0">
                <a:solidFill>
                  <a:srgbClr val="FFFFFF"/>
                </a:solidFill>
                <a:latin typeface="微软雅黑" panose="020B0503020204020204" pitchFamily="34" charset="-122"/>
                <a:ea typeface="微软雅黑" panose="020B0503020204020204" pitchFamily="34" charset="-122"/>
              </a:rPr>
              <a:t>内容交付</a:t>
            </a:r>
            <a:endParaRPr lang="zh-CN" altLang="en-US" sz="1600" b="1" spc="300" dirty="0">
              <a:solidFill>
                <a:srgbClr val="FFFFFF"/>
              </a:solidFill>
              <a:latin typeface="微软雅黑" panose="020B0503020204020204" pitchFamily="34" charset="-122"/>
              <a:ea typeface="微软雅黑" panose="020B0503020204020204" pitchFamily="34" charset="-122"/>
            </a:endParaRPr>
          </a:p>
        </p:txBody>
      </p:sp>
      <p:sp>
        <p:nvSpPr>
          <p:cNvPr id="39" name="文本框 38"/>
          <p:cNvSpPr txBox="1"/>
          <p:nvPr>
            <p:custDataLst>
              <p:tags r:id="rId28"/>
            </p:custDataLst>
          </p:nvPr>
        </p:nvSpPr>
        <p:spPr>
          <a:xfrm>
            <a:off x="6402705" y="2206625"/>
            <a:ext cx="1514475"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04</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29"/>
            </p:custDataLst>
          </p:nvPr>
        </p:nvSpPr>
        <p:spPr>
          <a:xfrm>
            <a:off x="6403340" y="2766060"/>
            <a:ext cx="1514475"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2023/12~2024/03</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sp>
        <p:nvSpPr>
          <p:cNvPr id="8" name="任意形状 19"/>
          <p:cNvSpPr/>
          <p:nvPr>
            <p:custDataLst>
              <p:tags r:id="rId30"/>
            </p:custDataLst>
          </p:nvPr>
        </p:nvSpPr>
        <p:spPr>
          <a:xfrm rot="16200000">
            <a:off x="8548465" y="1765205"/>
            <a:ext cx="1101090" cy="1782000"/>
          </a:xfrm>
          <a:prstGeom prst="rect">
            <a:avLst/>
          </a:prstGeom>
          <a:solidFill>
            <a:srgbClr val="0057D4"/>
          </a:solidFill>
          <a:ln>
            <a:solidFill>
              <a:srgbClr val="FFFFFF"/>
            </a:solidFill>
          </a:ln>
        </p:spPr>
        <p:style>
          <a:lnRef idx="2">
            <a:srgbClr val="2196F3">
              <a:shade val="50000"/>
            </a:srgbClr>
          </a:lnRef>
          <a:fillRef idx="1">
            <a:srgbClr val="2196F3"/>
          </a:fillRef>
          <a:effectRef idx="0">
            <a:srgbClr val="2196F3"/>
          </a:effectRef>
          <a:fontRef idx="minor">
            <a:srgbClr val="FFFFFF"/>
          </a:fontRef>
        </p:style>
        <p:txBody>
          <a:bodyPr wrap="square" rtlCol="0" anchor="ctr">
            <a:normAutofit/>
          </a:bodyPr>
          <a:p>
            <a:pPr algn="ctr" defTabSz="457200"/>
            <a:endParaRPr lang="zh-CN" altLang="en-US" sz="3600">
              <a:solidFill>
                <a:srgbClr val="FFFFFF"/>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31"/>
            </p:custDataLst>
          </p:nvPr>
        </p:nvSpPr>
        <p:spPr>
          <a:xfrm>
            <a:off x="8289925" y="2414905"/>
            <a:ext cx="1546860" cy="353060"/>
          </a:xfrm>
          <a:prstGeom prst="rect">
            <a:avLst/>
          </a:prstGeom>
          <a:noFill/>
        </p:spPr>
        <p:txBody>
          <a:bodyPr wrap="square" bIns="0" rtlCol="0" anchor="ctr">
            <a:normAutofit/>
          </a:bodyPr>
          <a:p>
            <a:pPr algn="ctr" defTabSz="457200"/>
            <a:r>
              <a:rPr lang="zh-CN" altLang="en-US" sz="1600" b="1" spc="300" dirty="0">
                <a:solidFill>
                  <a:srgbClr val="FFFFFF"/>
                </a:solidFill>
                <a:latin typeface="微软雅黑" panose="020B0503020204020204" pitchFamily="34" charset="-122"/>
                <a:ea typeface="微软雅黑" panose="020B0503020204020204" pitchFamily="34" charset="-122"/>
              </a:rPr>
              <a:t>上线验收</a:t>
            </a:r>
            <a:endParaRPr lang="zh-CN" altLang="en-US" sz="1600" b="1" spc="300" dirty="0">
              <a:solidFill>
                <a:srgbClr val="FFFFFF"/>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32"/>
            </p:custDataLst>
          </p:nvPr>
        </p:nvSpPr>
        <p:spPr>
          <a:xfrm>
            <a:off x="8289925" y="2210435"/>
            <a:ext cx="1544955"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05</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33"/>
            </p:custDataLst>
          </p:nvPr>
        </p:nvSpPr>
        <p:spPr>
          <a:xfrm>
            <a:off x="8291195" y="2770505"/>
            <a:ext cx="1544955" cy="275590"/>
          </a:xfrm>
          <a:prstGeom prst="rect">
            <a:avLst/>
          </a:prstGeom>
          <a:noFill/>
        </p:spPr>
        <p:txBody>
          <a:bodyPr wrap="square" rtlCol="0"/>
          <a:p>
            <a:pPr algn="ctr" defTabSz="457200"/>
            <a:r>
              <a:rPr kumimoji="1" lang="en-US" altLang="zh-CN" sz="1200" dirty="0">
                <a:solidFill>
                  <a:srgbClr val="FFFFFF"/>
                </a:solidFill>
                <a:latin typeface="微软雅黑" panose="020B0503020204020204" pitchFamily="34" charset="-122"/>
                <a:ea typeface="微软雅黑" panose="020B0503020204020204" pitchFamily="34" charset="-122"/>
              </a:rPr>
              <a:t>2024/01~2024/03</a:t>
            </a:r>
            <a:endParaRPr kumimoji="1" lang="en-US" altLang="zh-CN" sz="1200" dirty="0">
              <a:solidFill>
                <a:srgbClr val="FFFFFF"/>
              </a:solidFill>
              <a:latin typeface="微软雅黑" panose="020B0503020204020204" pitchFamily="34" charset="-122"/>
              <a:ea typeface="微软雅黑" panose="020B0503020204020204" pitchFamily="34" charset="-122"/>
            </a:endParaRPr>
          </a:p>
        </p:txBody>
      </p:sp>
      <p:cxnSp>
        <p:nvCxnSpPr>
          <p:cNvPr id="14" name="直接连接符 13"/>
          <p:cNvCxnSpPr/>
          <p:nvPr/>
        </p:nvCxnSpPr>
        <p:spPr>
          <a:xfrm>
            <a:off x="6103620" y="1519555"/>
            <a:ext cx="0" cy="426910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5" name="文本框 14"/>
          <p:cNvSpPr txBox="1"/>
          <p:nvPr>
            <p:custDataLst>
              <p:tags r:id="rId34"/>
            </p:custDataLst>
          </p:nvPr>
        </p:nvSpPr>
        <p:spPr>
          <a:xfrm>
            <a:off x="5144135" y="5902960"/>
            <a:ext cx="1918970" cy="656590"/>
          </a:xfrm>
          <a:prstGeom prst="rect">
            <a:avLst/>
          </a:prstGeom>
          <a:noFill/>
        </p:spPr>
        <p:txBody>
          <a:bodyPr wrap="square" tIns="0" rtlCol="0">
            <a:noAutofit/>
          </a:bodyPr>
          <a:p>
            <a:pPr indent="0" algn="ctr" defTabSz="457200">
              <a:lnSpc>
                <a:spcPct val="150000"/>
              </a:lnSpc>
              <a:buNone/>
            </a:pPr>
            <a:r>
              <a:rPr lang="zh-CN" sz="1200" b="1" spc="150" dirty="0">
                <a:solidFill>
                  <a:schemeClr val="tx1"/>
                </a:solidFill>
                <a:latin typeface="微软雅黑" panose="020B0503020204020204" pitchFamily="34" charset="-122"/>
                <a:ea typeface="微软雅黑" panose="020B0503020204020204" pitchFamily="34" charset="-122"/>
              </a:rPr>
              <a:t>完成平台发布上线</a:t>
            </a:r>
            <a:endParaRPr lang="zh-CN" sz="1200" b="1" spc="150" dirty="0">
              <a:solidFill>
                <a:schemeClr val="tx1"/>
              </a:solidFill>
              <a:latin typeface="微软雅黑" panose="020B0503020204020204" pitchFamily="34" charset="-122"/>
              <a:ea typeface="微软雅黑" panose="020B0503020204020204" pitchFamily="34" charset="-122"/>
            </a:endParaRPr>
          </a:p>
          <a:p>
            <a:pPr indent="0" algn="ctr" defTabSz="457200">
              <a:lnSpc>
                <a:spcPct val="150000"/>
              </a:lnSpc>
              <a:buNone/>
            </a:pPr>
            <a:r>
              <a:rPr lang="zh-CN" sz="1200" b="1" spc="150" dirty="0">
                <a:solidFill>
                  <a:schemeClr val="tx1"/>
                </a:solidFill>
                <a:latin typeface="微软雅黑" panose="020B0503020204020204" pitchFamily="34" charset="-122"/>
                <a:ea typeface="微软雅黑" panose="020B0503020204020204" pitchFamily="34" charset="-122"/>
              </a:rPr>
              <a:t>客户线上验收</a:t>
            </a:r>
            <a:endParaRPr lang="zh-CN" sz="1200" b="1" spc="15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文本框 52"/>
          <p:cNvSpPr txBox="1"/>
          <p:nvPr>
            <p:custDataLst>
              <p:tags r:id="rId1"/>
            </p:custDataLst>
          </p:nvPr>
        </p:nvSpPr>
        <p:spPr>
          <a:xfrm>
            <a:off x="840105" y="440055"/>
            <a:ext cx="2867660" cy="521970"/>
          </a:xfrm>
          <a:prstGeom prst="rect">
            <a:avLst/>
          </a:prstGeom>
          <a:noFill/>
        </p:spPr>
        <p:txBody>
          <a:bodyPr wrap="square" rtlCol="0">
            <a:spAutoFit/>
          </a:bodyPr>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项目进度规划</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custDataLst>
              <p:tags r:id="rId2"/>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custDataLst>
              <p:tags r:id="rId3"/>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5</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graphicFrame>
        <p:nvGraphicFramePr>
          <p:cNvPr id="2" name="表格 1"/>
          <p:cNvGraphicFramePr/>
          <p:nvPr>
            <p:custDataLst>
              <p:tags r:id="rId4"/>
            </p:custDataLst>
          </p:nvPr>
        </p:nvGraphicFramePr>
        <p:xfrm>
          <a:off x="512445" y="1467485"/>
          <a:ext cx="11167110" cy="5043170"/>
        </p:xfrm>
        <a:graphic>
          <a:graphicData uri="http://schemas.openxmlformats.org/drawingml/2006/table">
            <a:tbl>
              <a:tblPr firstRow="1">
                <a:tableStyleId>{3B4B98B0-60AC-42C2-AFA5-B58CD77FA1E5}</a:tableStyleId>
              </a:tblPr>
              <a:tblGrid>
                <a:gridCol w="683260"/>
                <a:gridCol w="1249045"/>
                <a:gridCol w="1280160"/>
                <a:gridCol w="1713865"/>
                <a:gridCol w="1076325"/>
                <a:gridCol w="539750"/>
                <a:gridCol w="540385"/>
                <a:gridCol w="539750"/>
                <a:gridCol w="539750"/>
                <a:gridCol w="540385"/>
                <a:gridCol w="539750"/>
                <a:gridCol w="540385"/>
                <a:gridCol w="539750"/>
                <a:gridCol w="844550"/>
              </a:tblGrid>
              <a:tr h="457200">
                <a:tc>
                  <a:txBody>
                    <a:bodyPr/>
                    <a:p>
                      <a:pPr algn="ctr">
                        <a:buNone/>
                      </a:pPr>
                      <a:r>
                        <a:rPr lang="zh-CN" altLang="en-US" sz="1200"/>
                        <a:t>阶段</a:t>
                      </a:r>
                      <a:endParaRPr lang="zh-CN" altLang="en-US" sz="1200"/>
                    </a:p>
                  </a:txBody>
                  <a:tcPr anchor="ctr" anchorCtr="0">
                    <a:lnR>
                      <a:noFill/>
                    </a:lnR>
                  </a:tcPr>
                </a:tc>
                <a:tc>
                  <a:txBody>
                    <a:bodyPr/>
                    <a:p>
                      <a:pPr algn="ctr">
                        <a:buNone/>
                      </a:pPr>
                      <a:r>
                        <a:rPr lang="zh-CN" altLang="en-US" sz="1200"/>
                        <a:t>工作任务</a:t>
                      </a:r>
                      <a:endParaRPr lang="zh-CN" altLang="en-US" sz="1200"/>
                    </a:p>
                  </a:txBody>
                  <a:tcPr anchor="ctr" anchorCtr="0">
                    <a:lnR>
                      <a:noFill/>
                    </a:lnR>
                  </a:tcPr>
                </a:tc>
                <a:tc>
                  <a:txBody>
                    <a:bodyPr/>
                    <a:p>
                      <a:pPr algn="ctr">
                        <a:buNone/>
                      </a:pPr>
                      <a:r>
                        <a:rPr lang="zh-CN" altLang="en-US" sz="1200"/>
                        <a:t>责任人</a:t>
                      </a:r>
                      <a:endParaRPr lang="zh-CN" altLang="en-US" sz="1200"/>
                    </a:p>
                  </a:txBody>
                  <a:tcPr anchor="ctr" anchorCtr="0">
                    <a:lnR>
                      <a:noFill/>
                    </a:lnR>
                  </a:tcPr>
                </a:tc>
                <a:tc>
                  <a:txBody>
                    <a:bodyPr/>
                    <a:p>
                      <a:pPr algn="ctr">
                        <a:buNone/>
                      </a:pPr>
                      <a:r>
                        <a:rPr lang="zh-CN" altLang="en-US" sz="1200"/>
                        <a:t>任务说明</a:t>
                      </a:r>
                      <a:endParaRPr lang="zh-CN" altLang="en-US" sz="1200"/>
                    </a:p>
                  </a:txBody>
                  <a:tcPr anchor="ctr" anchorCtr="0">
                    <a:lnR>
                      <a:noFill/>
                    </a:lnR>
                  </a:tcPr>
                </a:tc>
                <a:tc>
                  <a:txBody>
                    <a:bodyPr/>
                    <a:p>
                      <a:pPr algn="ctr">
                        <a:buNone/>
                      </a:pPr>
                      <a:r>
                        <a:rPr lang="zh-CN" altLang="en-US" sz="1200"/>
                        <a:t>开始时间</a:t>
                      </a:r>
                      <a:endParaRPr lang="zh-CN" altLang="en-US" sz="1200"/>
                    </a:p>
                  </a:txBody>
                  <a:tcPr anchor="ctr" anchorCtr="0">
                    <a:lnL>
                      <a:noFill/>
                    </a:lnL>
                  </a:tcPr>
                </a:tc>
                <a:tc>
                  <a:txBody>
                    <a:bodyPr/>
                    <a:p>
                      <a:pPr algn="ctr">
                        <a:buNone/>
                      </a:pPr>
                      <a:r>
                        <a:rPr lang="en-US" altLang="zh-CN" sz="1200"/>
                        <a:t>2023/08</a:t>
                      </a:r>
                      <a:endParaRPr lang="en-US" altLang="zh-CN" sz="1200"/>
                    </a:p>
                  </a:txBody>
                  <a:tcPr anchor="ctr" anchorCtr="0"/>
                </a:tc>
                <a:tc>
                  <a:txBody>
                    <a:bodyPr/>
                    <a:p>
                      <a:pPr algn="ctr">
                        <a:buNone/>
                      </a:pPr>
                      <a:r>
                        <a:rPr lang="en-US" altLang="zh-CN" sz="1200"/>
                        <a:t>2023/09</a:t>
                      </a:r>
                      <a:endParaRPr lang="en-US" altLang="zh-CN" sz="1200"/>
                    </a:p>
                  </a:txBody>
                  <a:tcPr anchor="ctr" anchorCtr="0"/>
                </a:tc>
                <a:tc>
                  <a:txBody>
                    <a:bodyPr/>
                    <a:p>
                      <a:pPr algn="ctr">
                        <a:buNone/>
                      </a:pPr>
                      <a:r>
                        <a:rPr lang="en-US" altLang="zh-CN" sz="1200"/>
                        <a:t>2023/10</a:t>
                      </a:r>
                      <a:endParaRPr lang="en-US" altLang="zh-CN" sz="1200"/>
                    </a:p>
                  </a:txBody>
                  <a:tcPr anchor="ctr" anchorCtr="0"/>
                </a:tc>
                <a:tc>
                  <a:txBody>
                    <a:bodyPr/>
                    <a:p>
                      <a:pPr algn="ctr">
                        <a:buNone/>
                      </a:pPr>
                      <a:r>
                        <a:rPr lang="en-US" altLang="zh-CN" sz="1200"/>
                        <a:t>2023/11</a:t>
                      </a:r>
                      <a:endParaRPr lang="en-US" altLang="zh-CN" sz="1200"/>
                    </a:p>
                  </a:txBody>
                  <a:tcPr anchor="ctr" anchorCtr="0"/>
                </a:tc>
                <a:tc>
                  <a:txBody>
                    <a:bodyPr/>
                    <a:p>
                      <a:pPr algn="ctr">
                        <a:buNone/>
                      </a:pPr>
                      <a:r>
                        <a:rPr lang="en-US" altLang="zh-CN" sz="1200"/>
                        <a:t>2023/12</a:t>
                      </a:r>
                      <a:endParaRPr lang="en-US" altLang="zh-CN" sz="1200"/>
                    </a:p>
                  </a:txBody>
                  <a:tcPr anchor="ctr" anchorCtr="0"/>
                </a:tc>
                <a:tc>
                  <a:txBody>
                    <a:bodyPr/>
                    <a:p>
                      <a:pPr algn="ctr">
                        <a:buNone/>
                      </a:pPr>
                      <a:r>
                        <a:rPr lang="en-US" altLang="zh-CN" sz="1200"/>
                        <a:t>2024/01</a:t>
                      </a:r>
                      <a:endParaRPr lang="en-US" altLang="zh-CN" sz="1200"/>
                    </a:p>
                  </a:txBody>
                  <a:tcPr anchor="ctr" anchorCtr="0"/>
                </a:tc>
                <a:tc>
                  <a:txBody>
                    <a:bodyPr/>
                    <a:p>
                      <a:pPr algn="ctr">
                        <a:buNone/>
                      </a:pPr>
                      <a:r>
                        <a:rPr lang="en-US" altLang="zh-CN" sz="1200"/>
                        <a:t>2024/02</a:t>
                      </a:r>
                      <a:endParaRPr lang="en-US" altLang="zh-CN" sz="1200"/>
                    </a:p>
                  </a:txBody>
                  <a:tcPr anchor="ctr" anchorCtr="0"/>
                </a:tc>
                <a:tc>
                  <a:txBody>
                    <a:bodyPr/>
                    <a:p>
                      <a:pPr algn="ctr">
                        <a:buNone/>
                      </a:pPr>
                      <a:r>
                        <a:rPr lang="en-US" altLang="zh-CN" sz="1200"/>
                        <a:t>2024/03</a:t>
                      </a:r>
                      <a:endParaRPr lang="en-US" altLang="zh-CN" sz="1200"/>
                    </a:p>
                  </a:txBody>
                  <a:tcPr anchor="ctr" anchorCtr="0"/>
                </a:tc>
                <a:tc>
                  <a:txBody>
                    <a:bodyPr/>
                    <a:p>
                      <a:pPr algn="ctr">
                        <a:buNone/>
                      </a:pPr>
                      <a:r>
                        <a:rPr lang="zh-CN" altLang="en-US" sz="1200"/>
                        <a:t>交付时间</a:t>
                      </a:r>
                      <a:endParaRPr lang="zh-CN" altLang="en-US" sz="1200"/>
                    </a:p>
                  </a:txBody>
                  <a:tcPr anchor="ctr" anchorCtr="0"/>
                </a:tc>
              </a:tr>
              <a:tr h="459105">
                <a:tc rowSpan="6">
                  <a:txBody>
                    <a:bodyPr/>
                    <a:p>
                      <a:pPr algn="ctr">
                        <a:buNone/>
                      </a:pPr>
                      <a:r>
                        <a:rPr lang="zh-CN" altLang="en-US" sz="1200"/>
                        <a:t>平</a:t>
                      </a:r>
                      <a:endParaRPr lang="zh-CN" altLang="en-US" sz="1200"/>
                    </a:p>
                    <a:p>
                      <a:pPr algn="ctr">
                        <a:buNone/>
                      </a:pPr>
                      <a:r>
                        <a:rPr lang="zh-CN" altLang="en-US" sz="1200"/>
                        <a:t>台</a:t>
                      </a:r>
                      <a:endParaRPr lang="zh-CN" altLang="en-US" sz="1200"/>
                    </a:p>
                    <a:p>
                      <a:pPr algn="ctr">
                        <a:buNone/>
                      </a:pPr>
                      <a:r>
                        <a:rPr lang="zh-CN" altLang="en-US" sz="1200"/>
                        <a:t>开</a:t>
                      </a:r>
                      <a:endParaRPr lang="zh-CN" altLang="en-US" sz="1200"/>
                    </a:p>
                    <a:p>
                      <a:pPr algn="ctr">
                        <a:buNone/>
                      </a:pPr>
                      <a:r>
                        <a:rPr lang="zh-CN" altLang="en-US" sz="1200"/>
                        <a:t>发</a:t>
                      </a:r>
                      <a:endParaRPr lang="zh-CN" altLang="en-US" sz="1200"/>
                    </a:p>
                    <a:p>
                      <a:pPr algn="ctr">
                        <a:buNone/>
                      </a:pPr>
                      <a:r>
                        <a:rPr lang="zh-CN" altLang="en-US" sz="1200"/>
                        <a:t>阶</a:t>
                      </a:r>
                      <a:endParaRPr lang="zh-CN" altLang="en-US" sz="1200"/>
                    </a:p>
                    <a:p>
                      <a:pPr algn="ctr">
                        <a:buNone/>
                      </a:pPr>
                      <a:r>
                        <a:rPr lang="zh-CN" altLang="en-US" sz="1200"/>
                        <a:t>段</a:t>
                      </a:r>
                      <a:endParaRPr lang="zh-CN" altLang="en-US" sz="1200"/>
                    </a:p>
                  </a:txBody>
                  <a:tcPr anchor="ctr" anchorCtr="0">
                    <a:lnR>
                      <a:noFill/>
                    </a:lnR>
                    <a:lnB w="12700">
                      <a:solidFill>
                        <a:schemeClr val="accent5">
                          <a:lumMod val="20000"/>
                          <a:lumOff val="80000"/>
                        </a:schemeClr>
                      </a:solidFill>
                      <a:prstDash val="solid"/>
                    </a:lnB>
                  </a:tcPr>
                </a:tc>
                <a:tc>
                  <a:txBody>
                    <a:bodyPr/>
                    <a:p>
                      <a:pPr algn="ctr">
                        <a:buNone/>
                      </a:pPr>
                      <a:r>
                        <a:rPr lang="zh-CN" altLang="en-US" sz="1200"/>
                        <a:t>客户需求调研</a:t>
                      </a:r>
                      <a:endParaRPr lang="zh-CN" altLang="en-US" sz="1200"/>
                    </a:p>
                  </a:txBody>
                  <a:tcPr anchor="ctr" anchorCtr="0">
                    <a:lnR>
                      <a:noFill/>
                    </a:lnR>
                    <a:lnB w="12700">
                      <a:solidFill>
                        <a:schemeClr val="accent5">
                          <a:lumMod val="20000"/>
                          <a:lumOff val="80000"/>
                        </a:schemeClr>
                      </a:solidFill>
                      <a:prstDash val="solid"/>
                    </a:lnB>
                  </a:tcPr>
                </a:tc>
                <a:tc>
                  <a:txBody>
                    <a:bodyPr/>
                    <a:p>
                      <a:pPr algn="ctr">
                        <a:buNone/>
                      </a:pPr>
                      <a:r>
                        <a:rPr lang="zh-CN" altLang="en-US" sz="1200"/>
                        <a:t>李群剑、王欣欣</a:t>
                      </a:r>
                      <a:endParaRPr lang="zh-CN" altLang="en-US" sz="1200"/>
                    </a:p>
                  </a:txBody>
                  <a:tcPr anchor="ctr" anchorCtr="0">
                    <a:lnR>
                      <a:noFill/>
                    </a:lnR>
                    <a:lnB w="12700">
                      <a:solidFill>
                        <a:schemeClr val="accent5">
                          <a:lumMod val="20000"/>
                          <a:lumOff val="80000"/>
                        </a:schemeClr>
                      </a:solidFill>
                      <a:prstDash val="solid"/>
                    </a:lnB>
                  </a:tcPr>
                </a:tc>
                <a:tc>
                  <a:txBody>
                    <a:bodyPr/>
                    <a:p>
                      <a:pPr algn="ctr">
                        <a:buNone/>
                      </a:pPr>
                      <a:endParaRPr lang="zh-CN" altLang="en-US" sz="1000"/>
                    </a:p>
                  </a:txBody>
                  <a:tcPr anchor="ctr" anchorCtr="0">
                    <a:lnR>
                      <a:noFill/>
                    </a:lnR>
                    <a:lnB w="12700">
                      <a:solidFill>
                        <a:schemeClr val="accent5">
                          <a:lumMod val="20000"/>
                          <a:lumOff val="80000"/>
                        </a:schemeClr>
                      </a:solidFill>
                      <a:prstDash val="solid"/>
                    </a:lnB>
                  </a:tcPr>
                </a:tc>
                <a:tc>
                  <a:txBody>
                    <a:bodyPr/>
                    <a:p>
                      <a:pPr algn="ctr">
                        <a:buNone/>
                      </a:pPr>
                      <a:r>
                        <a:rPr lang="en-US" altLang="zh-CN" sz="1200"/>
                        <a:t>2023/08</a:t>
                      </a:r>
                      <a:endParaRPr lang="en-US" altLang="zh-CN" sz="1200"/>
                    </a:p>
                  </a:txBody>
                  <a:tcPr anchor="ctr" anchorCtr="0">
                    <a:lnL>
                      <a:noFill/>
                    </a:lnL>
                    <a:lnB w="12700">
                      <a:solidFill>
                        <a:schemeClr val="accent5">
                          <a:lumMod val="20000"/>
                          <a:lumOff val="80000"/>
                        </a:schemeClr>
                      </a:solidFill>
                      <a:prstDash val="solid"/>
                    </a:lnB>
                  </a:tcPr>
                </a:tc>
                <a:tc>
                  <a:txBody>
                    <a:bodyPr/>
                    <a:p>
                      <a:pPr algn="ctr">
                        <a:buNone/>
                      </a:pPr>
                      <a:endParaRPr lang="zh-CN" altLang="en-US" sz="1200"/>
                    </a:p>
                  </a:txBody>
                  <a:tcPr anchor="ctr" anchorCtr="0">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B w="12700">
                      <a:solidFill>
                        <a:schemeClr val="accent5">
                          <a:lumMod val="20000"/>
                          <a:lumOff val="80000"/>
                        </a:schemeClr>
                      </a:solidFill>
                      <a:prstDash val="solid"/>
                    </a:lnB>
                  </a:tcPr>
                </a:tc>
                <a:tc>
                  <a:txBody>
                    <a:bodyPr/>
                    <a:p>
                      <a:pPr algn="ctr">
                        <a:buNone/>
                      </a:pPr>
                      <a:endParaRPr lang="zh-CN" altLang="en-US" sz="1200"/>
                    </a:p>
                  </a:txBody>
                  <a:tcPr anchor="ctr" anchorCtr="0">
                    <a:lnB w="12700">
                      <a:solidFill>
                        <a:schemeClr val="accent5">
                          <a:lumMod val="20000"/>
                          <a:lumOff val="80000"/>
                        </a:schemeClr>
                      </a:solidFill>
                      <a:prstDash val="solid"/>
                    </a:lnB>
                  </a:tcPr>
                </a:tc>
                <a:tc>
                  <a:txBody>
                    <a:bodyPr/>
                    <a:p>
                      <a:pPr algn="ctr">
                        <a:buNone/>
                      </a:pPr>
                      <a:endParaRPr lang="zh-CN" altLang="en-US" sz="1200"/>
                    </a:p>
                  </a:txBody>
                  <a:tcPr anchor="ctr" anchorCtr="0">
                    <a:lnB w="12700">
                      <a:solidFill>
                        <a:schemeClr val="accent5">
                          <a:lumMod val="20000"/>
                          <a:lumOff val="80000"/>
                        </a:schemeClr>
                      </a:solidFill>
                      <a:prstDash val="solid"/>
                    </a:lnB>
                  </a:tcPr>
                </a:tc>
                <a:tc>
                  <a:txBody>
                    <a:bodyPr/>
                    <a:p>
                      <a:pPr algn="ctr">
                        <a:buNone/>
                      </a:pPr>
                      <a:endParaRPr lang="zh-CN" altLang="en-US" sz="1200"/>
                    </a:p>
                  </a:txBody>
                  <a:tcPr anchor="ctr" anchorCtr="0">
                    <a:lnB w="12700">
                      <a:solidFill>
                        <a:schemeClr val="accent5">
                          <a:lumMod val="20000"/>
                          <a:lumOff val="80000"/>
                        </a:schemeClr>
                      </a:solidFill>
                      <a:prstDash val="solid"/>
                    </a:lnB>
                  </a:tcPr>
                </a:tc>
                <a:tc>
                  <a:txBody>
                    <a:bodyPr/>
                    <a:p>
                      <a:pPr algn="ctr">
                        <a:buNone/>
                      </a:pPr>
                      <a:endParaRPr lang="zh-CN" altLang="en-US" sz="1200"/>
                    </a:p>
                  </a:txBody>
                  <a:tcPr anchor="ctr" anchorCtr="0">
                    <a:lnB w="12700">
                      <a:solidFill>
                        <a:schemeClr val="accent5">
                          <a:lumMod val="20000"/>
                          <a:lumOff val="80000"/>
                        </a:schemeClr>
                      </a:solidFill>
                      <a:prstDash val="solid"/>
                    </a:lnB>
                  </a:tcPr>
                </a:tc>
                <a:tc>
                  <a:txBody>
                    <a:bodyPr/>
                    <a:p>
                      <a:pPr algn="ctr">
                        <a:buNone/>
                      </a:pPr>
                      <a:r>
                        <a:rPr lang="en-US" altLang="zh-CN" sz="1200"/>
                        <a:t>2023/10</a:t>
                      </a:r>
                      <a:endParaRPr lang="en-US" altLang="zh-CN" sz="1200"/>
                    </a:p>
                  </a:txBody>
                  <a:tcPr anchor="ctr" anchorCtr="0">
                    <a:lnB w="12700">
                      <a:solidFill>
                        <a:schemeClr val="accent5">
                          <a:lumMod val="20000"/>
                          <a:lumOff val="80000"/>
                        </a:schemeClr>
                      </a:solidFill>
                      <a:prstDash val="solid"/>
                    </a:lnB>
                  </a:tcPr>
                </a:tc>
              </a:tr>
              <a:tr h="457835">
                <a:tc vMerge="1">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平台功能设计</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黄婉晴、熊瑶</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000"/>
                        <a:t>包含原型设计与</a:t>
                      </a:r>
                      <a:r>
                        <a:rPr lang="en-US" altLang="zh-CN" sz="1000"/>
                        <a:t>UI</a:t>
                      </a:r>
                      <a:r>
                        <a:rPr lang="zh-CN" altLang="en-US" sz="1000"/>
                        <a:t>设计</a:t>
                      </a:r>
                      <a:endParaRPr lang="zh-CN" altLang="en-US" sz="10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t>2023/10</a:t>
                      </a:r>
                      <a:endParaRPr lang="en-US" altLang="zh-CN" sz="1200"/>
                    </a:p>
                  </a:txBody>
                  <a:tcPr anchor="ctr" anchorCtr="0">
                    <a:lnL>
                      <a:noFill/>
                    </a:lnL>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sym typeface="+mn-ea"/>
                        </a:rPr>
                        <a:t>2023/11</a:t>
                      </a: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r>
              <a:tr h="459105">
                <a:tc vMerge="1">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平台功能开发</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蔡博、黄婉晴</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000"/>
                        <a:t>包含开发、测试、验收</a:t>
                      </a:r>
                      <a:endParaRPr lang="zh-CN" altLang="en-US" sz="10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t>2023/12</a:t>
                      </a:r>
                      <a:endParaRPr lang="en-US" altLang="zh-CN" sz="1200"/>
                    </a:p>
                  </a:txBody>
                  <a:tcPr anchor="ctr" anchorCtr="0">
                    <a:lnL>
                      <a:noFill/>
                    </a:lnL>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sym typeface="+mn-ea"/>
                        </a:rPr>
                        <a:t>2024/01</a:t>
                      </a: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r>
              <a:tr h="458470">
                <a:tc vMerge="1">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资质材料准备</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黄婉晴、李群剑</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000"/>
                        <a:t>软著等平台上架应用商城等资质材料对接与准备</a:t>
                      </a:r>
                      <a:endParaRPr lang="zh-CN" altLang="en-US" sz="10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sym typeface="+mn-ea"/>
                        </a:rPr>
                        <a:t>2023/11</a:t>
                      </a:r>
                      <a:endParaRPr lang="zh-CN" altLang="en-US" sz="1200"/>
                    </a:p>
                  </a:txBody>
                  <a:tcPr anchor="ctr" anchorCtr="0">
                    <a:lnL>
                      <a:noFill/>
                    </a:lnL>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r>
                        <a:rPr lang="en-US" altLang="zh-CN" sz="1200"/>
                        <a:t>2024/01</a:t>
                      </a:r>
                      <a:endParaRPr lang="en-US" altLang="zh-CN"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r>
              <a:tr h="458470">
                <a:tc vMerge="1">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平台发布上架</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sym typeface="+mn-ea"/>
                        </a:rPr>
                        <a:t>黄婉晴、蔡博</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000"/>
                        <a:t>安卓各大应用商店</a:t>
                      </a:r>
                      <a:endParaRPr lang="zh-CN" altLang="en-US" sz="1000"/>
                    </a:p>
                    <a:p>
                      <a:pPr algn="ctr">
                        <a:buNone/>
                      </a:pPr>
                      <a:r>
                        <a:rPr lang="zh-CN" altLang="en-US" sz="1000"/>
                        <a:t>（暂不支持苹果）</a:t>
                      </a:r>
                      <a:endParaRPr lang="zh-CN" altLang="en-US" sz="10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sym typeface="+mn-ea"/>
                        </a:rPr>
                        <a:t>2024/01</a:t>
                      </a:r>
                      <a:endParaRPr lang="zh-CN" altLang="en-US" sz="1200"/>
                    </a:p>
                  </a:txBody>
                  <a:tcPr anchor="ctr" anchorCtr="0">
                    <a:lnL>
                      <a:noFill/>
                    </a:lnL>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r>
                        <a:rPr lang="en-US" altLang="zh-CN" sz="1200"/>
                        <a:t>2024/02</a:t>
                      </a:r>
                      <a:endParaRPr lang="en-US" altLang="zh-CN"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r>
              <a:tr h="458470">
                <a:tc vMerge="1">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客户平台验收</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李群剑、黄婉晴</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000"/>
                        <a:t>功能已完成开发</a:t>
                      </a:r>
                      <a:endParaRPr lang="zh-CN" altLang="en-US" sz="1000"/>
                    </a:p>
                    <a:p>
                      <a:pPr algn="ctr">
                        <a:buNone/>
                      </a:pPr>
                      <a:r>
                        <a:rPr lang="zh-CN" altLang="en-US" sz="1000"/>
                        <a:t>内容已完成</a:t>
                      </a:r>
                      <a:r>
                        <a:rPr lang="en-US" altLang="zh-CN" sz="1000"/>
                        <a:t>20%</a:t>
                      </a:r>
                      <a:endParaRPr lang="en-US" altLang="zh-CN" sz="10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t>2024/02</a:t>
                      </a:r>
                      <a:endParaRPr lang="en-US" altLang="zh-CN" sz="1200"/>
                    </a:p>
                  </a:txBody>
                  <a:tcPr anchor="ctr" anchorCtr="0">
                    <a:lnL>
                      <a:noFill/>
                    </a:lnL>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noFill/>
                  </a:tcPr>
                </a:tc>
                <a:tc>
                  <a:txBody>
                    <a:bodyPr/>
                    <a:p>
                      <a:pPr algn="ctr">
                        <a:buNone/>
                      </a:pPr>
                      <a:r>
                        <a:rPr lang="en-US" altLang="zh-CN" sz="1200"/>
                        <a:t>2024/02</a:t>
                      </a:r>
                      <a:endParaRPr lang="en-US" altLang="zh-CN"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r>
              <a:tr h="459105">
                <a:tc rowSpan="3">
                  <a:txBody>
                    <a:bodyPr/>
                    <a:p>
                      <a:pPr algn="ctr">
                        <a:buNone/>
                      </a:pPr>
                      <a:r>
                        <a:rPr lang="zh-CN" altLang="en-US" sz="1200"/>
                        <a:t>内</a:t>
                      </a:r>
                      <a:endParaRPr lang="zh-CN" altLang="en-US" sz="1200"/>
                    </a:p>
                    <a:p>
                      <a:pPr algn="ctr">
                        <a:buNone/>
                      </a:pPr>
                      <a:r>
                        <a:rPr lang="zh-CN" altLang="en-US" sz="1200"/>
                        <a:t>容</a:t>
                      </a:r>
                      <a:endParaRPr lang="zh-CN" altLang="en-US" sz="1200"/>
                    </a:p>
                    <a:p>
                      <a:pPr algn="ctr">
                        <a:buNone/>
                      </a:pPr>
                      <a:r>
                        <a:rPr lang="zh-CN" altLang="en-US" sz="1200"/>
                        <a:t>开</a:t>
                      </a:r>
                      <a:endParaRPr lang="zh-CN" altLang="en-US" sz="1200"/>
                    </a:p>
                    <a:p>
                      <a:pPr algn="ctr">
                        <a:buNone/>
                      </a:pPr>
                      <a:r>
                        <a:rPr lang="zh-CN" altLang="en-US" sz="1200"/>
                        <a:t>发</a:t>
                      </a:r>
                      <a:endParaRPr lang="zh-CN" altLang="en-US" sz="1200"/>
                    </a:p>
                    <a:p>
                      <a:pPr algn="ctr">
                        <a:buNone/>
                      </a:pPr>
                      <a:r>
                        <a:rPr lang="zh-CN" altLang="en-US" sz="1200"/>
                        <a:t>阶</a:t>
                      </a:r>
                      <a:endParaRPr lang="zh-CN" altLang="en-US" sz="1200"/>
                    </a:p>
                    <a:p>
                      <a:pPr algn="ctr">
                        <a:buNone/>
                      </a:pPr>
                      <a:r>
                        <a:rPr lang="zh-CN" altLang="en-US" sz="1200"/>
                        <a:t>段</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课程内容开发</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朱萍萍、梁丹玫</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000"/>
                        <a:t>包含课程脚本、动画制作</a:t>
                      </a:r>
                      <a:endParaRPr lang="zh-CN" altLang="en-US" sz="10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t>2023/12</a:t>
                      </a:r>
                      <a:endParaRPr lang="en-US" altLang="zh-CN" sz="1200"/>
                    </a:p>
                  </a:txBody>
                  <a:tcPr anchor="ctr" anchorCtr="0">
                    <a:lnL>
                      <a:noFill/>
                    </a:lnL>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r>
                        <a:rPr lang="en-US" altLang="zh-CN" sz="1200"/>
                        <a:t>2024/03</a:t>
                      </a:r>
                      <a:endParaRPr lang="en-US" altLang="zh-CN"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r>
              <a:tr h="458470">
                <a:tc vMerge="1">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运营物料设计</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黄婉晴、陈晓仪</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000"/>
                        <a:t>课程封面、平台运营等</a:t>
                      </a:r>
                      <a:endParaRPr lang="zh-CN" altLang="en-US" sz="1000"/>
                    </a:p>
                    <a:p>
                      <a:pPr algn="ctr">
                        <a:buNone/>
                      </a:pPr>
                      <a:r>
                        <a:rPr lang="zh-CN" altLang="en-US" sz="1000"/>
                        <a:t>物料准备与设计</a:t>
                      </a:r>
                      <a:endParaRPr lang="zh-CN" altLang="en-US" sz="10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t>2024/01</a:t>
                      </a:r>
                      <a:endParaRPr lang="en-US" altLang="zh-CN" sz="1200"/>
                    </a:p>
                  </a:txBody>
                  <a:tcPr anchor="ctr" anchorCtr="0">
                    <a:lnL>
                      <a:noFill/>
                    </a:lnL>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t>2024/02</a:t>
                      </a:r>
                      <a:endParaRPr lang="en-US" altLang="zh-CN"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r>
              <a:tr h="457835">
                <a:tc vMerge="1">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客户整体验收</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李群剑、黄婉晴</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000"/>
                        <a:t>功能已完成开发</a:t>
                      </a:r>
                      <a:endParaRPr lang="zh-CN" altLang="en-US" sz="1000"/>
                    </a:p>
                    <a:p>
                      <a:pPr algn="ctr">
                        <a:buNone/>
                      </a:pPr>
                      <a:r>
                        <a:rPr lang="zh-CN" altLang="en-US" sz="1000"/>
                        <a:t>内容已完成</a:t>
                      </a:r>
                      <a:r>
                        <a:rPr lang="en-US" altLang="zh-CN" sz="1000"/>
                        <a:t>50%</a:t>
                      </a:r>
                      <a:endParaRPr lang="en-US" altLang="zh-CN" sz="10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t>2024/02</a:t>
                      </a:r>
                      <a:endParaRPr lang="en-US" altLang="zh-CN" sz="1200"/>
                    </a:p>
                  </a:txBody>
                  <a:tcPr anchor="ctr" anchorCtr="0">
                    <a:lnL>
                      <a:noFill/>
                    </a:lnL>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endParaRPr lang="zh-CN" altLang="en-US"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solidFill>
                      <a:schemeClr val="accent1">
                        <a:lumMod val="20000"/>
                        <a:lumOff val="80000"/>
                      </a:schemeClr>
                    </a:solidFill>
                  </a:tcPr>
                </a:tc>
                <a:tc>
                  <a:txBody>
                    <a:bodyPr/>
                    <a:p>
                      <a:pPr algn="ctr">
                        <a:buNone/>
                      </a:pPr>
                      <a:r>
                        <a:rPr lang="en-US" altLang="zh-CN" sz="1200"/>
                        <a:t>2024/03</a:t>
                      </a:r>
                      <a:endParaRPr lang="en-US" altLang="zh-CN" sz="1200"/>
                    </a:p>
                  </a:txBody>
                  <a:tcPr anchor="ctr" anchorCtr="0">
                    <a:lnT w="12700">
                      <a:solidFill>
                        <a:schemeClr val="accent5">
                          <a:lumMod val="20000"/>
                          <a:lumOff val="80000"/>
                        </a:schemeClr>
                      </a:solidFill>
                      <a:prstDash val="solid"/>
                    </a:lnT>
                    <a:lnB w="12700">
                      <a:solidFill>
                        <a:schemeClr val="accent5">
                          <a:lumMod val="20000"/>
                          <a:lumOff val="80000"/>
                        </a:schemeClr>
                      </a:solidFill>
                      <a:prstDash val="solid"/>
                    </a:lnB>
                  </a:tcPr>
                </a:tc>
              </a:tr>
              <a:tr h="459105">
                <a:tc>
                  <a:txBody>
                    <a:bodyPr/>
                    <a:p>
                      <a:pPr algn="ctr">
                        <a:buNone/>
                      </a:pPr>
                      <a:endParaRPr lang="zh-CN" altLang="en-US" sz="1200"/>
                    </a:p>
                  </a:txBody>
                  <a:tcPr anchor="ctr" anchorCtr="0">
                    <a:lnR>
                      <a:noFill/>
                    </a:lnR>
                    <a:lnT w="12700">
                      <a:solidFill>
                        <a:schemeClr val="accent5">
                          <a:lumMod val="20000"/>
                          <a:lumOff val="80000"/>
                        </a:schemeClr>
                      </a:solidFill>
                      <a:prstDash val="solid"/>
                    </a:lnT>
                  </a:tcPr>
                </a:tc>
                <a:tc>
                  <a:txBody>
                    <a:bodyPr/>
                    <a:p>
                      <a:pPr algn="ctr">
                        <a:buNone/>
                      </a:pPr>
                      <a:r>
                        <a:rPr lang="zh-CN" altLang="en-US" sz="1200"/>
                        <a:t>平台交付培训</a:t>
                      </a:r>
                      <a:endParaRPr lang="zh-CN" altLang="en-US" sz="1200"/>
                    </a:p>
                  </a:txBody>
                  <a:tcPr anchor="ctr" anchorCtr="0">
                    <a:lnR>
                      <a:noFill/>
                    </a:lnR>
                    <a:lnT w="12700">
                      <a:solidFill>
                        <a:schemeClr val="accent5">
                          <a:lumMod val="20000"/>
                          <a:lumOff val="80000"/>
                        </a:schemeClr>
                      </a:solidFill>
                      <a:prstDash val="solid"/>
                    </a:lnT>
                  </a:tcPr>
                </a:tc>
                <a:tc>
                  <a:txBody>
                    <a:bodyPr/>
                    <a:p>
                      <a:pPr algn="ctr">
                        <a:buNone/>
                      </a:pPr>
                      <a:r>
                        <a:rPr lang="zh-CN" altLang="en-US" sz="1200">
                          <a:sym typeface="+mn-ea"/>
                        </a:rPr>
                        <a:t>李群剑、黄婉晴</a:t>
                      </a:r>
                      <a:endParaRPr lang="zh-CN" altLang="en-US" sz="1200"/>
                    </a:p>
                  </a:txBody>
                  <a:tcPr anchor="ctr" anchorCtr="0">
                    <a:lnR>
                      <a:noFill/>
                    </a:lnR>
                    <a:lnT w="12700">
                      <a:solidFill>
                        <a:schemeClr val="accent5">
                          <a:lumMod val="20000"/>
                          <a:lumOff val="80000"/>
                        </a:schemeClr>
                      </a:solidFill>
                      <a:prstDash val="solid"/>
                    </a:lnT>
                  </a:tcPr>
                </a:tc>
                <a:tc>
                  <a:txBody>
                    <a:bodyPr/>
                    <a:p>
                      <a:pPr algn="ctr">
                        <a:buNone/>
                      </a:pPr>
                      <a:endParaRPr lang="zh-CN" altLang="en-US" sz="1000"/>
                    </a:p>
                  </a:txBody>
                  <a:tcPr anchor="ctr" anchorCtr="0">
                    <a:lnR>
                      <a:noFill/>
                    </a:lnR>
                    <a:lnT w="12700">
                      <a:solidFill>
                        <a:schemeClr val="accent5">
                          <a:lumMod val="20000"/>
                          <a:lumOff val="80000"/>
                        </a:schemeClr>
                      </a:solidFill>
                      <a:prstDash val="solid"/>
                    </a:lnT>
                  </a:tcPr>
                </a:tc>
                <a:tc>
                  <a:txBody>
                    <a:bodyPr/>
                    <a:p>
                      <a:pPr algn="ctr">
                        <a:buNone/>
                      </a:pPr>
                      <a:r>
                        <a:rPr lang="en-US" altLang="zh-CN" sz="1200"/>
                        <a:t>2024/04</a:t>
                      </a:r>
                      <a:endParaRPr lang="en-US" altLang="zh-CN" sz="1200"/>
                    </a:p>
                  </a:txBody>
                  <a:tcPr anchor="ctr" anchorCtr="0">
                    <a:lnL>
                      <a:noFill/>
                    </a:lnL>
                    <a:lnT w="12700">
                      <a:solidFill>
                        <a:schemeClr val="accent5">
                          <a:lumMod val="20000"/>
                          <a:lumOff val="80000"/>
                        </a:schemeClr>
                      </a:solidFill>
                      <a:prstDash val="solid"/>
                    </a:lnT>
                  </a:tcPr>
                </a:tc>
                <a:tc>
                  <a:txBody>
                    <a:bodyPr/>
                    <a:p>
                      <a:pPr algn="ctr">
                        <a:buNone/>
                      </a:pPr>
                      <a:endParaRPr lang="zh-CN" altLang="en-US" sz="1200"/>
                    </a:p>
                  </a:txBody>
                  <a:tcPr anchor="ctr" anchorCtr="0">
                    <a:lnT w="12700">
                      <a:solidFill>
                        <a:schemeClr val="accent5">
                          <a:lumMod val="20000"/>
                          <a:lumOff val="80000"/>
                        </a:schemeClr>
                      </a:solidFill>
                      <a:prstDash val="solid"/>
                    </a:lnT>
                  </a:tcPr>
                </a:tc>
                <a:tc>
                  <a:txBody>
                    <a:bodyPr/>
                    <a:p>
                      <a:pPr algn="ctr">
                        <a:buNone/>
                      </a:pPr>
                      <a:endParaRPr lang="zh-CN" altLang="en-US" sz="1200"/>
                    </a:p>
                  </a:txBody>
                  <a:tcPr anchor="ctr" anchorCtr="0">
                    <a:lnT w="12700">
                      <a:solidFill>
                        <a:schemeClr val="accent5">
                          <a:lumMod val="20000"/>
                          <a:lumOff val="80000"/>
                        </a:schemeClr>
                      </a:solidFill>
                      <a:prstDash val="solid"/>
                    </a:lnT>
                  </a:tcPr>
                </a:tc>
                <a:tc>
                  <a:txBody>
                    <a:bodyPr/>
                    <a:p>
                      <a:pPr algn="ctr">
                        <a:buNone/>
                      </a:pPr>
                      <a:endParaRPr lang="zh-CN" altLang="en-US" sz="1200"/>
                    </a:p>
                  </a:txBody>
                  <a:tcPr anchor="ctr" anchorCtr="0">
                    <a:lnT w="12700">
                      <a:solidFill>
                        <a:schemeClr val="accent5">
                          <a:lumMod val="20000"/>
                          <a:lumOff val="80000"/>
                        </a:schemeClr>
                      </a:solidFill>
                      <a:prstDash val="solid"/>
                    </a:lnT>
                  </a:tcPr>
                </a:tc>
                <a:tc>
                  <a:txBody>
                    <a:bodyPr/>
                    <a:p>
                      <a:pPr algn="ctr">
                        <a:buNone/>
                      </a:pPr>
                      <a:endParaRPr lang="zh-CN" altLang="en-US" sz="1200"/>
                    </a:p>
                  </a:txBody>
                  <a:tcPr anchor="ctr" anchorCtr="0">
                    <a:lnT w="12700">
                      <a:solidFill>
                        <a:schemeClr val="accent5">
                          <a:lumMod val="20000"/>
                          <a:lumOff val="80000"/>
                        </a:schemeClr>
                      </a:solidFill>
                      <a:prstDash val="solid"/>
                    </a:lnT>
                  </a:tcPr>
                </a:tc>
                <a:tc>
                  <a:txBody>
                    <a:bodyPr/>
                    <a:p>
                      <a:pPr algn="ctr">
                        <a:buNone/>
                      </a:pPr>
                      <a:endParaRPr lang="zh-CN" altLang="en-US" sz="1200"/>
                    </a:p>
                  </a:txBody>
                  <a:tcPr anchor="ctr" anchorCtr="0">
                    <a:lnT w="12700">
                      <a:solidFill>
                        <a:schemeClr val="accent5">
                          <a:lumMod val="20000"/>
                          <a:lumOff val="80000"/>
                        </a:schemeClr>
                      </a:solidFill>
                      <a:prstDash val="solid"/>
                    </a:lnT>
                  </a:tcPr>
                </a:tc>
                <a:tc>
                  <a:txBody>
                    <a:bodyPr/>
                    <a:p>
                      <a:pPr algn="ctr">
                        <a:buNone/>
                      </a:pPr>
                      <a:endParaRPr lang="zh-CN" altLang="en-US" sz="1200"/>
                    </a:p>
                  </a:txBody>
                  <a:tcPr anchor="ctr" anchorCtr="0">
                    <a:lnT w="12700">
                      <a:solidFill>
                        <a:schemeClr val="accent5">
                          <a:lumMod val="20000"/>
                          <a:lumOff val="80000"/>
                        </a:schemeClr>
                      </a:solidFill>
                      <a:prstDash val="solid"/>
                    </a:lnT>
                  </a:tcPr>
                </a:tc>
                <a:tc>
                  <a:txBody>
                    <a:bodyPr/>
                    <a:p>
                      <a:pPr algn="ctr">
                        <a:buNone/>
                      </a:pPr>
                      <a:endParaRPr lang="zh-CN" altLang="en-US" sz="1200"/>
                    </a:p>
                  </a:txBody>
                  <a:tcPr anchor="ctr" anchorCtr="0">
                    <a:lnT w="12700">
                      <a:solidFill>
                        <a:schemeClr val="accent5">
                          <a:lumMod val="20000"/>
                          <a:lumOff val="80000"/>
                        </a:schemeClr>
                      </a:solidFill>
                      <a:prstDash val="solid"/>
                    </a:lnT>
                  </a:tcPr>
                </a:tc>
                <a:tc>
                  <a:txBody>
                    <a:bodyPr/>
                    <a:p>
                      <a:pPr algn="ctr">
                        <a:buNone/>
                      </a:pPr>
                      <a:endParaRPr lang="zh-CN" altLang="en-US" sz="1200"/>
                    </a:p>
                  </a:txBody>
                  <a:tcPr anchor="ctr" anchorCtr="0">
                    <a:lnT w="12700">
                      <a:solidFill>
                        <a:schemeClr val="accent5">
                          <a:lumMod val="20000"/>
                          <a:lumOff val="80000"/>
                        </a:schemeClr>
                      </a:solidFill>
                      <a:prstDash val="solid"/>
                    </a:lnT>
                  </a:tcPr>
                </a:tc>
                <a:tc>
                  <a:txBody>
                    <a:bodyPr/>
                    <a:p>
                      <a:pPr algn="ctr">
                        <a:buNone/>
                      </a:pPr>
                      <a:endParaRPr lang="zh-CN" altLang="en-US" sz="1200"/>
                    </a:p>
                  </a:txBody>
                  <a:tcPr anchor="ctr" anchorCtr="0">
                    <a:lnT w="12700">
                      <a:solidFill>
                        <a:schemeClr val="accent5">
                          <a:lumMod val="20000"/>
                          <a:lumOff val="80000"/>
                        </a:schemeClr>
                      </a:solidFill>
                      <a:prstDash val="solid"/>
                    </a:lnT>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文本框 52"/>
          <p:cNvSpPr txBox="1"/>
          <p:nvPr>
            <p:custDataLst>
              <p:tags r:id="rId1"/>
            </p:custDataLst>
          </p:nvPr>
        </p:nvSpPr>
        <p:spPr>
          <a:xfrm>
            <a:off x="840105" y="440055"/>
            <a:ext cx="2867660" cy="521970"/>
          </a:xfrm>
          <a:prstGeom prst="rect">
            <a:avLst/>
          </a:prstGeom>
          <a:noFill/>
        </p:spPr>
        <p:txBody>
          <a:bodyPr wrap="square" rtlCol="0">
            <a:spAutoFit/>
          </a:bodyPr>
          <a:p>
            <a:r>
              <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rPr>
              <a:t>项目沟通机制</a:t>
            </a:r>
            <a:endParaRPr lang="zh-CN" altLang="en-US" sz="2800" b="1" spc="150" dirty="0">
              <a:solidFill>
                <a:srgbClr val="0057D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矩形 53"/>
          <p:cNvSpPr/>
          <p:nvPr>
            <p:custDataLst>
              <p:tags r:id="rId2"/>
            </p:custDataLst>
          </p:nvPr>
        </p:nvSpPr>
        <p:spPr>
          <a:xfrm>
            <a:off x="-6" y="1059167"/>
            <a:ext cx="668077" cy="191294"/>
          </a:xfrm>
          <a:prstGeom prst="rect">
            <a:avLst/>
          </a:prstGeom>
          <a:solidFill>
            <a:srgbClr val="1174FE"/>
          </a:solidFill>
          <a:ln>
            <a:noFill/>
          </a:ln>
        </p:spPr>
        <p:txBody>
          <a:bodyPr vert="horz" wrap="square" lIns="91440" tIns="45720" rIns="91440" bIns="45720" numCol="1" rtlCol="0" anchor="t" anchorCtr="0" compatLnSpc="1"/>
          <a:p>
            <a:pPr algn="ctr"/>
            <a:endParaRPr lang="en-US" altLang="zh-CN" sz="8800" b="1" dirty="0">
              <a:solidFill>
                <a:srgbClr val="EBEFFD"/>
              </a:solidFill>
              <a:latin typeface="微软雅黑" panose="020B0503020204020204" pitchFamily="34" charset="-122"/>
              <a:ea typeface="微软雅黑" panose="020B0503020204020204" pitchFamily="34" charset="-122"/>
              <a:cs typeface="Arial Black" panose="020B0A04020102020204" charset="0"/>
              <a:sym typeface="+mn-lt"/>
            </a:endParaRPr>
          </a:p>
        </p:txBody>
      </p:sp>
      <p:sp>
        <p:nvSpPr>
          <p:cNvPr id="55" name="矩形 54"/>
          <p:cNvSpPr/>
          <p:nvPr>
            <p:custDataLst>
              <p:tags r:id="rId3"/>
            </p:custDataLst>
          </p:nvPr>
        </p:nvSpPr>
        <p:spPr>
          <a:xfrm>
            <a:off x="-6" y="288636"/>
            <a:ext cx="668077" cy="770531"/>
          </a:xfrm>
          <a:prstGeom prst="rect">
            <a:avLst/>
          </a:prstGeom>
          <a:solidFill>
            <a:srgbClr val="0057D4"/>
          </a:solidFill>
          <a:ln>
            <a:noFill/>
          </a:ln>
        </p:spPr>
        <p:txBody>
          <a:bodyPr vert="horz" wrap="square" lIns="91440" tIns="45720" rIns="91440" bIns="45720" numCol="1" rtlCol="0" anchor="t" anchorCtr="0" compatLnSpc="1"/>
          <a:p>
            <a:pPr algn="ctr"/>
            <a:endParaRPr lang="en-US" altLang="zh-CN" sz="1600" b="1" dirty="0">
              <a:solidFill>
                <a:schemeClr val="bg1"/>
              </a:solidFill>
              <a:latin typeface="微软雅黑" panose="020B0503020204020204" pitchFamily="34" charset="-122"/>
              <a:ea typeface="微软雅黑" panose="020B0503020204020204" pitchFamily="34" charset="-122"/>
              <a:cs typeface="+mn-ea"/>
              <a:sym typeface="+mn-lt"/>
            </a:endParaRPr>
          </a:p>
          <a:p>
            <a:pPr algn="ct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5</a:t>
            </a:r>
            <a:endParaRPr lang="en-US" altLang="zh-CN" sz="8800" b="1" dirty="0">
              <a:solidFill>
                <a:schemeClr val="bg1"/>
              </a:solidFill>
              <a:latin typeface="微软雅黑" panose="020B0503020204020204" pitchFamily="34" charset="-122"/>
              <a:ea typeface="微软雅黑" panose="020B0503020204020204" pitchFamily="34" charset="-122"/>
              <a:cs typeface="Arial Black" panose="020B0A04020102020204" charset="0"/>
              <a:sym typeface="+mn-lt"/>
            </a:endParaRPr>
          </a:p>
        </p:txBody>
      </p:sp>
      <p:graphicFrame>
        <p:nvGraphicFramePr>
          <p:cNvPr id="3" name="表格 2"/>
          <p:cNvGraphicFramePr/>
          <p:nvPr>
            <p:custDataLst>
              <p:tags r:id="rId4"/>
            </p:custDataLst>
          </p:nvPr>
        </p:nvGraphicFramePr>
        <p:xfrm>
          <a:off x="1011555" y="1419225"/>
          <a:ext cx="10222230" cy="4685030"/>
        </p:xfrm>
        <a:graphic>
          <a:graphicData uri="http://schemas.openxmlformats.org/drawingml/2006/table">
            <a:tbl>
              <a:tblPr firstRow="1">
                <a:tableStyleId>{3B4B98B0-60AC-42C2-AFA5-B58CD77FA1E5}</a:tableStyleId>
              </a:tblPr>
              <a:tblGrid>
                <a:gridCol w="1794621"/>
                <a:gridCol w="1370330"/>
                <a:gridCol w="3558540"/>
                <a:gridCol w="3498739"/>
              </a:tblGrid>
              <a:tr h="544195">
                <a:tc>
                  <a:txBody>
                    <a:bodyPr/>
                    <a:p>
                      <a:pPr algn="ctr">
                        <a:buNone/>
                      </a:pPr>
                      <a:r>
                        <a:rPr lang="zh-CN" altLang="en-US" sz="1200"/>
                        <a:t>沟通机制</a:t>
                      </a:r>
                      <a:endParaRPr lang="zh-CN" altLang="en-US" sz="1200"/>
                    </a:p>
                  </a:txBody>
                  <a:tcPr anchor="ctr" anchorCtr="0">
                    <a:lnR>
                      <a:noFill/>
                    </a:lnR>
                  </a:tcPr>
                </a:tc>
                <a:tc>
                  <a:txBody>
                    <a:bodyPr/>
                    <a:p>
                      <a:pPr algn="ctr">
                        <a:buNone/>
                      </a:pPr>
                      <a:r>
                        <a:rPr lang="zh-CN" altLang="en-US" sz="1200"/>
                        <a:t>组成人员</a:t>
                      </a:r>
                      <a:endParaRPr lang="zh-CN" altLang="en-US" sz="1200"/>
                    </a:p>
                  </a:txBody>
                  <a:tcPr anchor="ctr" anchorCtr="0">
                    <a:lnR>
                      <a:noFill/>
                    </a:lnR>
                  </a:tcPr>
                </a:tc>
                <a:tc>
                  <a:txBody>
                    <a:bodyPr/>
                    <a:p>
                      <a:pPr algn="ctr">
                        <a:buNone/>
                      </a:pPr>
                      <a:r>
                        <a:rPr lang="zh-CN" altLang="en-US" sz="1200"/>
                        <a:t>沟通内容</a:t>
                      </a:r>
                      <a:endParaRPr lang="zh-CN" altLang="en-US" sz="1200"/>
                    </a:p>
                  </a:txBody>
                  <a:tcPr anchor="ctr" anchorCtr="0">
                    <a:lnR>
                      <a:noFill/>
                    </a:lnR>
                  </a:tcPr>
                </a:tc>
                <a:tc>
                  <a:txBody>
                    <a:bodyPr/>
                    <a:p>
                      <a:pPr algn="ctr">
                        <a:buNone/>
                      </a:pPr>
                      <a:r>
                        <a:rPr lang="zh-CN" altLang="en-US" sz="1200"/>
                        <a:t>时间与频次</a:t>
                      </a:r>
                      <a:endParaRPr lang="zh-CN" altLang="en-US" sz="1200"/>
                    </a:p>
                  </a:txBody>
                  <a:tcPr anchor="ctr" anchorCtr="0">
                    <a:lnR>
                      <a:noFill/>
                    </a:lnR>
                  </a:tcPr>
                </a:tc>
              </a:tr>
              <a:tr h="1325245">
                <a:tc>
                  <a:txBody>
                    <a:bodyPr/>
                    <a:p>
                      <a:pPr algn="ctr">
                        <a:buNone/>
                      </a:pPr>
                      <a:r>
                        <a:rPr lang="zh-CN" altLang="en-US" sz="1200"/>
                        <a:t>项目周例会</a:t>
                      </a:r>
                      <a:endParaRPr lang="zh-CN" altLang="en-US" sz="1200"/>
                    </a:p>
                  </a:txBody>
                  <a:tcPr anchor="ctr" anchorCtr="0">
                    <a:lnR>
                      <a:noFill/>
                    </a:lnR>
                    <a:lnB w="12700">
                      <a:solidFill>
                        <a:schemeClr val="accent5">
                          <a:lumMod val="20000"/>
                          <a:lumOff val="80000"/>
                        </a:schemeClr>
                      </a:solidFill>
                      <a:prstDash val="solid"/>
                    </a:lnB>
                  </a:tcPr>
                </a:tc>
                <a:tc>
                  <a:txBody>
                    <a:bodyPr/>
                    <a:p>
                      <a:pPr algn="ctr">
                        <a:buNone/>
                      </a:pPr>
                      <a:r>
                        <a:rPr lang="zh-CN" altLang="en-US" sz="1200"/>
                        <a:t>产品</a:t>
                      </a:r>
                      <a:r>
                        <a:rPr lang="en-US" altLang="zh-CN" sz="1200"/>
                        <a:t> </a:t>
                      </a:r>
                      <a:r>
                        <a:rPr lang="zh-CN" altLang="en-US" sz="1200"/>
                        <a:t>市场</a:t>
                      </a:r>
                      <a:r>
                        <a:rPr lang="en-US" altLang="zh-CN" sz="1200"/>
                        <a:t> </a:t>
                      </a:r>
                      <a:r>
                        <a:rPr lang="zh-CN" altLang="en-US" sz="1200"/>
                        <a:t>课程</a:t>
                      </a:r>
                      <a:endParaRPr lang="zh-CN" altLang="en-US" sz="1200"/>
                    </a:p>
                  </a:txBody>
                  <a:tcPr anchor="ctr" anchorCtr="0">
                    <a:lnR>
                      <a:noFill/>
                    </a:lnR>
                    <a:lnB w="12700">
                      <a:solidFill>
                        <a:schemeClr val="accent5">
                          <a:lumMod val="20000"/>
                          <a:lumOff val="80000"/>
                        </a:schemeClr>
                      </a:solidFill>
                      <a:prstDash val="solid"/>
                    </a:lnB>
                  </a:tcPr>
                </a:tc>
                <a:tc>
                  <a:txBody>
                    <a:bodyPr/>
                    <a:p>
                      <a:pPr indent="188595" algn="l">
                        <a:buNone/>
                      </a:pPr>
                      <a:r>
                        <a:rPr lang="zh-CN" altLang="en-US" sz="1200"/>
                        <a:t>1. 同步项目的状态</a:t>
                      </a:r>
                      <a:endParaRPr lang="zh-CN" altLang="en-US" sz="1200"/>
                    </a:p>
                    <a:p>
                      <a:pPr indent="188595" algn="l">
                        <a:buNone/>
                      </a:pPr>
                      <a:r>
                        <a:rPr lang="zh-CN" altLang="en-US" sz="1200"/>
                        <a:t>2. 问题的最新进展</a:t>
                      </a:r>
                      <a:endParaRPr lang="zh-CN" altLang="en-US" sz="1200"/>
                    </a:p>
                    <a:p>
                      <a:pPr indent="188595" algn="l">
                        <a:buNone/>
                      </a:pPr>
                      <a:r>
                        <a:rPr lang="zh-CN" altLang="en-US" sz="1200"/>
                        <a:t>3. 时间计划的沟通</a:t>
                      </a:r>
                      <a:endParaRPr lang="zh-CN" altLang="en-US" sz="1200"/>
                    </a:p>
                    <a:p>
                      <a:pPr indent="188595" algn="l">
                        <a:buNone/>
                      </a:pPr>
                      <a:r>
                        <a:rPr lang="zh-CN" altLang="en-US" sz="1200"/>
                        <a:t>4. 风险内容的收集与行动项的制定</a:t>
                      </a:r>
                      <a:endParaRPr lang="zh-CN" altLang="en-US" sz="1200"/>
                    </a:p>
                    <a:p>
                      <a:pPr indent="188595" algn="l">
                        <a:buNone/>
                      </a:pPr>
                      <a:r>
                        <a:rPr lang="zh-CN" altLang="en-US" sz="1200"/>
                        <a:t>5. 跨部门间是否有特殊堵点的问题</a:t>
                      </a:r>
                      <a:endParaRPr lang="zh-CN" altLang="en-US" sz="1200"/>
                    </a:p>
                    <a:p>
                      <a:pPr indent="188595" algn="l">
                        <a:buNone/>
                      </a:pPr>
                      <a:r>
                        <a:rPr lang="zh-CN" altLang="en-US" sz="1200"/>
                        <a:t>6. 项目团队不同部门之间的沟通或冲突问题</a:t>
                      </a:r>
                      <a:endParaRPr lang="zh-CN" altLang="en-US" sz="1200"/>
                    </a:p>
                  </a:txBody>
                  <a:tcPr anchor="ctr" anchorCtr="0">
                    <a:lnR>
                      <a:noFill/>
                    </a:lnR>
                    <a:lnB w="12700">
                      <a:solidFill>
                        <a:schemeClr val="accent5">
                          <a:lumMod val="20000"/>
                          <a:lumOff val="80000"/>
                        </a:schemeClr>
                      </a:solidFill>
                      <a:prstDash val="solid"/>
                    </a:lnB>
                  </a:tcPr>
                </a:tc>
                <a:tc>
                  <a:txBody>
                    <a:bodyPr/>
                    <a:p>
                      <a:pPr algn="ctr">
                        <a:buNone/>
                      </a:pPr>
                      <a:r>
                        <a:rPr lang="en-US" altLang="zh-CN" sz="1200"/>
                        <a:t>1</a:t>
                      </a:r>
                      <a:r>
                        <a:rPr lang="zh-CN" altLang="en-US" sz="1200"/>
                        <a:t>周</a:t>
                      </a:r>
                      <a:r>
                        <a:rPr lang="en-US" altLang="zh-CN" sz="1200"/>
                        <a:t>/</a:t>
                      </a:r>
                      <a:r>
                        <a:rPr lang="zh-CN" altLang="en-US" sz="1200"/>
                        <a:t>次</a:t>
                      </a:r>
                      <a:endParaRPr lang="zh-CN" altLang="en-US" sz="1200"/>
                    </a:p>
                    <a:p>
                      <a:pPr algn="ctr">
                        <a:buNone/>
                      </a:pPr>
                      <a:r>
                        <a:rPr lang="zh-CN" altLang="en-US" sz="1200"/>
                        <a:t>暂定周二上午</a:t>
                      </a:r>
                      <a:endParaRPr lang="zh-CN" altLang="en-US" sz="1200"/>
                    </a:p>
                  </a:txBody>
                  <a:tcPr anchor="ctr" anchorCtr="0">
                    <a:lnR>
                      <a:noFill/>
                    </a:lnR>
                    <a:lnB w="12700">
                      <a:solidFill>
                        <a:schemeClr val="accent5">
                          <a:lumMod val="20000"/>
                          <a:lumOff val="80000"/>
                        </a:schemeClr>
                      </a:solidFill>
                      <a:prstDash val="solid"/>
                    </a:lnB>
                  </a:tcPr>
                </a:tc>
              </a:tr>
              <a:tr h="958215">
                <a:tc>
                  <a:txBody>
                    <a:bodyPr/>
                    <a:p>
                      <a:pPr algn="ctr">
                        <a:buNone/>
                      </a:pPr>
                      <a:r>
                        <a:rPr lang="zh-CN" altLang="en-US" sz="1200"/>
                        <a:t>需求</a:t>
                      </a:r>
                      <a:r>
                        <a:rPr lang="en-US" altLang="zh-CN" sz="1200"/>
                        <a:t>&amp;</a:t>
                      </a:r>
                      <a:r>
                        <a:rPr lang="zh-CN" altLang="en-US" sz="1200"/>
                        <a:t>方案评审</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产品</a:t>
                      </a:r>
                      <a:r>
                        <a:rPr lang="en-US" altLang="zh-CN" sz="1200"/>
                        <a:t> </a:t>
                      </a:r>
                      <a:r>
                        <a:rPr lang="zh-CN" altLang="en-US" sz="1200"/>
                        <a:t>市场</a:t>
                      </a:r>
                      <a:r>
                        <a:rPr lang="en-US" altLang="zh-CN" sz="1200"/>
                        <a:t> </a:t>
                      </a:r>
                      <a:r>
                        <a:rPr lang="zh-CN" altLang="en-US" sz="1200"/>
                        <a:t>课程</a:t>
                      </a:r>
                      <a:endParaRPr lang="zh-CN" altLang="en-US" sz="1200"/>
                    </a:p>
                    <a:p>
                      <a:pPr algn="ctr">
                        <a:buNone/>
                      </a:pPr>
                      <a:r>
                        <a:rPr lang="zh-CN" altLang="en-US" sz="1200"/>
                        <a:t>设计</a:t>
                      </a:r>
                      <a:r>
                        <a:rPr lang="en-US" altLang="zh-CN" sz="1200"/>
                        <a:t> </a:t>
                      </a:r>
                      <a:r>
                        <a:rPr lang="zh-CN" altLang="en-US" sz="1200"/>
                        <a:t>技术</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indent="188595" algn="l">
                        <a:buNone/>
                      </a:pPr>
                      <a:r>
                        <a:rPr lang="zh-CN" altLang="en-US" sz="1200">
                          <a:sym typeface="+mn-ea"/>
                        </a:rPr>
                        <a:t>1. 产品内审：需求</a:t>
                      </a:r>
                      <a:r>
                        <a:rPr lang="en-US" altLang="zh-CN" sz="1200">
                          <a:sym typeface="+mn-ea"/>
                        </a:rPr>
                        <a:t>&amp;</a:t>
                      </a:r>
                      <a:r>
                        <a:rPr lang="zh-CN" altLang="en-US" sz="1200">
                          <a:sym typeface="+mn-ea"/>
                        </a:rPr>
                        <a:t>解决方案的真实性与合理性</a:t>
                      </a:r>
                      <a:endParaRPr lang="zh-CN" altLang="en-US" sz="1200"/>
                    </a:p>
                    <a:p>
                      <a:pPr indent="188595" algn="l">
                        <a:buNone/>
                      </a:pPr>
                      <a:r>
                        <a:rPr lang="zh-CN" altLang="en-US" sz="1200">
                          <a:sym typeface="+mn-ea"/>
                        </a:rPr>
                        <a:t>2. 业务评审：解决方案是否真实响应需求</a:t>
                      </a:r>
                      <a:endParaRPr lang="zh-CN" altLang="en-US" sz="1200"/>
                    </a:p>
                    <a:p>
                      <a:pPr indent="188595" algn="l">
                        <a:buNone/>
                      </a:pPr>
                      <a:r>
                        <a:rPr lang="zh-CN" altLang="en-US" sz="1200">
                          <a:sym typeface="+mn-ea"/>
                        </a:rPr>
                        <a:t>3. 技术评审：需求解决方案的可行性与排期</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t>2</a:t>
                      </a:r>
                      <a:r>
                        <a:rPr lang="zh-CN" altLang="en-US" sz="1200"/>
                        <a:t>周</a:t>
                      </a:r>
                      <a:r>
                        <a:rPr lang="en-US" altLang="zh-CN" sz="1200"/>
                        <a:t>/</a:t>
                      </a:r>
                      <a:r>
                        <a:rPr lang="zh-CN" altLang="en-US" sz="1200"/>
                        <a:t>次</a:t>
                      </a:r>
                      <a:endParaRPr lang="zh-CN" altLang="en-US" sz="1200"/>
                    </a:p>
                    <a:p>
                      <a:pPr algn="ctr">
                        <a:buNone/>
                      </a:pPr>
                      <a:r>
                        <a:rPr lang="zh-CN" altLang="en-US" sz="1200"/>
                        <a:t>（与现有</a:t>
                      </a:r>
                      <a:r>
                        <a:rPr lang="en-US" altLang="zh-CN" sz="1200"/>
                        <a:t>Sprint</a:t>
                      </a:r>
                      <a:r>
                        <a:rPr lang="zh-CN" altLang="en-US" sz="1200"/>
                        <a:t>周期同步）</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r>
              <a:tr h="905510">
                <a:tc>
                  <a:txBody>
                    <a:bodyPr/>
                    <a:p>
                      <a:pPr algn="ctr">
                        <a:buNone/>
                      </a:pPr>
                      <a:r>
                        <a:rPr lang="zh-CN" altLang="en-US" sz="1200"/>
                        <a:t>技术开发跟进</a:t>
                      </a:r>
                      <a:endParaRPr lang="zh-CN" altLang="en-US" sz="1200"/>
                    </a:p>
                    <a:p>
                      <a:pPr algn="ctr">
                        <a:buNone/>
                      </a:pPr>
                      <a:r>
                        <a:rPr lang="zh-CN" altLang="en-US" sz="1200"/>
                        <a:t>（站会）</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zh-CN" altLang="en-US" sz="1200"/>
                        <a:t>产品与</a:t>
                      </a:r>
                      <a:endParaRPr lang="zh-CN" altLang="en-US" sz="1200"/>
                    </a:p>
                    <a:p>
                      <a:pPr algn="ctr">
                        <a:buNone/>
                      </a:pPr>
                      <a:r>
                        <a:rPr lang="zh-CN" altLang="en-US" sz="1200"/>
                        <a:t>技术组全体人员</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indent="188595" algn="l">
                        <a:buNone/>
                      </a:pPr>
                      <a:r>
                        <a:rPr lang="zh-CN" altLang="en-US" sz="1200">
                          <a:sym typeface="+mn-ea"/>
                        </a:rPr>
                        <a:t>1. 同步开发的状态</a:t>
                      </a:r>
                      <a:endParaRPr lang="zh-CN" altLang="en-US" sz="1200"/>
                    </a:p>
                    <a:p>
                      <a:pPr indent="188595" algn="l">
                        <a:buNone/>
                      </a:pPr>
                      <a:r>
                        <a:rPr lang="zh-CN" altLang="en-US" sz="1200">
                          <a:sym typeface="+mn-ea"/>
                        </a:rPr>
                        <a:t>2. 问题的最新进展</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c>
                  <a:txBody>
                    <a:bodyPr/>
                    <a:p>
                      <a:pPr algn="ctr">
                        <a:buNone/>
                      </a:pPr>
                      <a:r>
                        <a:rPr lang="en-US" altLang="zh-CN" sz="1200"/>
                        <a:t>1</a:t>
                      </a:r>
                      <a:r>
                        <a:rPr lang="zh-CN" altLang="en-US" sz="1200"/>
                        <a:t>天</a:t>
                      </a:r>
                      <a:r>
                        <a:rPr lang="en-US" altLang="zh-CN" sz="1200"/>
                        <a:t>/</a:t>
                      </a:r>
                      <a:r>
                        <a:rPr lang="zh-CN" altLang="en-US" sz="1200"/>
                        <a:t>次</a:t>
                      </a:r>
                      <a:endParaRPr lang="zh-CN" altLang="en-US" sz="1200"/>
                    </a:p>
                  </a:txBody>
                  <a:tcPr anchor="ctr" anchorCtr="0">
                    <a:lnR>
                      <a:noFill/>
                    </a:lnR>
                    <a:lnT w="12700">
                      <a:solidFill>
                        <a:schemeClr val="accent5">
                          <a:lumMod val="20000"/>
                          <a:lumOff val="80000"/>
                        </a:schemeClr>
                      </a:solidFill>
                      <a:prstDash val="solid"/>
                    </a:lnT>
                    <a:lnB w="12700">
                      <a:solidFill>
                        <a:schemeClr val="accent5">
                          <a:lumMod val="20000"/>
                          <a:lumOff val="80000"/>
                        </a:schemeClr>
                      </a:solidFill>
                      <a:prstDash val="solid"/>
                    </a:lnB>
                  </a:tcPr>
                </a:tc>
              </a:tr>
              <a:tr h="951865">
                <a:tc>
                  <a:txBody>
                    <a:bodyPr/>
                    <a:p>
                      <a:pPr algn="ctr">
                        <a:buNone/>
                      </a:pPr>
                      <a:r>
                        <a:rPr lang="zh-CN" altLang="en-US" sz="1200"/>
                        <a:t>日常沟通</a:t>
                      </a:r>
                      <a:endParaRPr lang="zh-CN" altLang="en-US" sz="1200"/>
                    </a:p>
                  </a:txBody>
                  <a:tcPr anchor="ctr" anchorCtr="0">
                    <a:lnR>
                      <a:noFill/>
                    </a:lnR>
                    <a:lnT w="12700">
                      <a:solidFill>
                        <a:schemeClr val="accent5">
                          <a:lumMod val="20000"/>
                          <a:lumOff val="80000"/>
                        </a:schemeClr>
                      </a:solidFill>
                      <a:prstDash val="solid"/>
                    </a:lnT>
                  </a:tcPr>
                </a:tc>
                <a:tc>
                  <a:txBody>
                    <a:bodyPr/>
                    <a:p>
                      <a:pPr algn="ctr">
                        <a:buNone/>
                      </a:pPr>
                      <a:r>
                        <a:rPr lang="en-US" altLang="zh-CN" sz="1200"/>
                        <a:t>-</a:t>
                      </a:r>
                      <a:endParaRPr lang="en-US" altLang="zh-CN" sz="1200"/>
                    </a:p>
                  </a:txBody>
                  <a:tcPr anchor="ctr" anchorCtr="0">
                    <a:lnR>
                      <a:noFill/>
                    </a:lnR>
                    <a:lnT w="12700">
                      <a:solidFill>
                        <a:schemeClr val="accent5">
                          <a:lumMod val="20000"/>
                          <a:lumOff val="80000"/>
                        </a:schemeClr>
                      </a:solidFill>
                      <a:prstDash val="solid"/>
                    </a:lnT>
                  </a:tcPr>
                </a:tc>
                <a:tc>
                  <a:txBody>
                    <a:bodyPr/>
                    <a:p>
                      <a:pPr algn="ctr">
                        <a:buNone/>
                      </a:pPr>
                      <a:endParaRPr lang="zh-CN" altLang="en-US" sz="1200"/>
                    </a:p>
                  </a:txBody>
                  <a:tcPr anchor="ctr" anchorCtr="0">
                    <a:lnR>
                      <a:noFill/>
                    </a:lnR>
                    <a:lnT w="12700">
                      <a:solidFill>
                        <a:schemeClr val="accent5">
                          <a:lumMod val="20000"/>
                          <a:lumOff val="80000"/>
                        </a:schemeClr>
                      </a:solidFill>
                      <a:prstDash val="solid"/>
                    </a:lnT>
                  </a:tcPr>
                </a:tc>
                <a:tc>
                  <a:txBody>
                    <a:bodyPr/>
                    <a:p>
                      <a:pPr algn="ctr">
                        <a:buNone/>
                      </a:pPr>
                      <a:r>
                        <a:rPr lang="zh-CN" altLang="en-US" sz="1200"/>
                        <a:t>随时</a:t>
                      </a:r>
                      <a:endParaRPr lang="zh-CN" altLang="en-US" sz="1200"/>
                    </a:p>
                  </a:txBody>
                  <a:tcPr anchor="ctr" anchorCtr="0">
                    <a:lnR>
                      <a:noFill/>
                    </a:lnR>
                    <a:lnT w="12700">
                      <a:solidFill>
                        <a:schemeClr val="accent5">
                          <a:lumMod val="20000"/>
                          <a:lumOff val="80000"/>
                        </a:schemeClr>
                      </a:solidFill>
                      <a:prstDash val="solid"/>
                    </a:lnT>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
          <a:srcRect t="1662" r="4226" b="2716"/>
          <a:stretch>
            <a:fillRect/>
          </a:stretch>
        </p:blipFill>
        <p:spPr>
          <a:xfrm>
            <a:off x="0" y="-5446"/>
            <a:ext cx="12192000" cy="6866965"/>
          </a:xfrm>
          <a:prstGeom prst="rect">
            <a:avLst/>
          </a:prstGeom>
        </p:spPr>
      </p:pic>
      <p:sp>
        <p:nvSpPr>
          <p:cNvPr id="3" name="文本框 2"/>
          <p:cNvSpPr txBox="1"/>
          <p:nvPr/>
        </p:nvSpPr>
        <p:spPr>
          <a:xfrm>
            <a:off x="831458" y="1038831"/>
            <a:ext cx="4319316" cy="1631216"/>
          </a:xfrm>
          <a:prstGeom prst="rect">
            <a:avLst/>
          </a:prstGeom>
          <a:noFill/>
        </p:spPr>
        <p:txBody>
          <a:bodyPr wrap="square" rtlCol="0">
            <a:spAutoFit/>
          </a:bodyPr>
          <a:lstStyle/>
          <a:p>
            <a:r>
              <a:rPr kumimoji="1" lang="zh-CN" altLang="en-US" sz="5200" b="1" spc="300" dirty="0">
                <a:solidFill>
                  <a:schemeClr val="bg1"/>
                </a:solidFill>
                <a:latin typeface="微软雅黑" panose="020B0503020204020204" pitchFamily="34" charset="-122"/>
                <a:ea typeface="微软雅黑" panose="020B0503020204020204" pitchFamily="34" charset="-122"/>
                <a:sym typeface="Futura" panose="020B0602020204020303" pitchFamily="2" charset="0"/>
              </a:rPr>
              <a:t> </a:t>
            </a:r>
            <a:r>
              <a:rPr kumimoji="1" lang="en-GB" altLang="zh-CN" sz="5200" b="1" spc="300" dirty="0">
                <a:solidFill>
                  <a:schemeClr val="bg1"/>
                </a:solidFill>
                <a:latin typeface="微软雅黑" panose="020B0503020204020204" pitchFamily="34" charset="-122"/>
                <a:ea typeface="微软雅黑" panose="020B0503020204020204" pitchFamily="34" charset="-122"/>
                <a:sym typeface="Futura" panose="020B0602020204020303" pitchFamily="2" charset="0"/>
              </a:rPr>
              <a:t>THANKS!</a:t>
            </a:r>
            <a:r>
              <a:rPr kumimoji="1" lang="en-GB" altLang="zh-CN" sz="5200" b="1" spc="200" dirty="0">
                <a:solidFill>
                  <a:schemeClr val="bg1"/>
                </a:solidFill>
                <a:latin typeface="微软雅黑" panose="020B0503020204020204" pitchFamily="34" charset="-122"/>
                <a:ea typeface="微软雅黑" panose="020B0503020204020204" pitchFamily="34" charset="-122"/>
                <a:sym typeface="Futura" panose="020B0602020204020303" pitchFamily="2" charset="0"/>
              </a:rPr>
              <a:t> </a:t>
            </a:r>
            <a:r>
              <a:rPr kumimoji="1" lang="zh-CN" altLang="en-US" sz="5200" b="1" spc="200" dirty="0">
                <a:solidFill>
                  <a:schemeClr val="bg1"/>
                </a:solidFill>
                <a:latin typeface="微软雅黑" panose="020B0503020204020204" pitchFamily="34" charset="-122"/>
                <a:ea typeface="微软雅黑" panose="020B0503020204020204" pitchFamily="34" charset="-122"/>
                <a:sym typeface="Futura" panose="020B0602020204020303" pitchFamily="2" charset="0"/>
              </a:rPr>
              <a:t>    </a:t>
            </a:r>
            <a:r>
              <a:rPr kumimoji="1" lang="zh-CN" altLang="en-US" sz="4800" b="1" spc="200" dirty="0">
                <a:solidFill>
                  <a:schemeClr val="bg1"/>
                </a:solidFill>
                <a:latin typeface="Futura" panose="020B0602020204020303" pitchFamily="2" charset="0"/>
                <a:ea typeface="思源宋体 CN Heavy" panose="02020900000000000000" pitchFamily="18" charset="-122"/>
                <a:sym typeface="Futura" panose="020B0602020204020303" pitchFamily="2" charset="0"/>
              </a:rPr>
              <a:t>「</a:t>
            </a:r>
            <a:r>
              <a:rPr kumimoji="1" lang="zh-CN" altLang="en-US" sz="4800" spc="200" dirty="0">
                <a:solidFill>
                  <a:schemeClr val="bg1"/>
                </a:solidFill>
                <a:latin typeface="微软雅黑" panose="020B0503020204020204" pitchFamily="34" charset="-122"/>
                <a:ea typeface="微软雅黑" panose="020B0503020204020204" pitchFamily="34" charset="-122"/>
                <a:sym typeface="Futura" panose="020B0602020204020303" pitchFamily="2" charset="0"/>
              </a:rPr>
              <a:t>感谢聆听</a:t>
            </a:r>
            <a:r>
              <a:rPr kumimoji="1" lang="zh-CN" altLang="en-US" sz="4800" b="1" spc="200" dirty="0">
                <a:solidFill>
                  <a:schemeClr val="bg1"/>
                </a:solidFill>
                <a:latin typeface="Futura" panose="020B0602020204020303" pitchFamily="2" charset="0"/>
                <a:ea typeface="思源宋体 CN Heavy" panose="02020900000000000000" pitchFamily="18" charset="-122"/>
                <a:sym typeface="Futura" panose="020B0602020204020303" pitchFamily="2" charset="0"/>
              </a:rPr>
              <a:t>」</a:t>
            </a:r>
            <a:endParaRPr kumimoji="1" lang="zh-CN" altLang="en-US" sz="4800" b="1" spc="200" dirty="0">
              <a:solidFill>
                <a:schemeClr val="bg1"/>
              </a:solidFill>
              <a:latin typeface="Futura" panose="020B0602020204020303" pitchFamily="2" charset="0"/>
              <a:ea typeface="思源宋体 CN Heavy" panose="02020900000000000000" pitchFamily="18" charset="-122"/>
              <a:sym typeface="Futura" panose="020B0602020204020303" pitchFamily="2" charset="0"/>
            </a:endParaRPr>
          </a:p>
        </p:txBody>
      </p:sp>
      <p:sp>
        <p:nvSpPr>
          <p:cNvPr id="8" name="矩形 7" descr="e7d195523061f1c09d430b2e086820dbf734666a277b0d4b500BB7A72AB1412ED5183AD7B3816201F88CE1DA88F1BDB3B214B2C038CB098A30603A7C73162896CA56D5F2C85C2877766F9AF7CC3216D7CF634F6382D6C7BA7BC888BA9186F2798B84068E6072773E10A0296880ED9D73C76908137F952918BE4DD4EB5E4CCB40DE91FD2372AF4B64"/>
          <p:cNvSpPr/>
          <p:nvPr/>
        </p:nvSpPr>
        <p:spPr>
          <a:xfrm>
            <a:off x="1311335" y="5616053"/>
            <a:ext cx="2457393" cy="202565"/>
          </a:xfrm>
          <a:prstGeom prst="rect">
            <a:avLst/>
          </a:prstGeom>
        </p:spPr>
        <p:txBody>
          <a:bodyPr wrap="square" lIns="0" tIns="0" rIns="0" bIns="0">
            <a:spAutoFit/>
          </a:bodyPr>
          <a:lstStyle/>
          <a:p>
            <a:pPr>
              <a:lnSpc>
                <a:spcPct val="110000"/>
              </a:lnSpc>
            </a:pPr>
            <a:r>
              <a:rPr lang="zh-CN" altLang="en-US" sz="1200" spc="200" dirty="0">
                <a:solidFill>
                  <a:schemeClr val="bg1"/>
                </a:solidFill>
                <a:latin typeface="微软雅黑" panose="020B0503020204020204" pitchFamily="34" charset="-122"/>
                <a:ea typeface="微软雅黑" panose="020B0503020204020204" pitchFamily="34" charset="-122"/>
                <a:cs typeface="OPPOSans H" panose="00020600040101010101" pitchFamily="18" charset="-122"/>
                <a:sym typeface="Futura" panose="020B0602020204020303" pitchFamily="2" charset="0"/>
              </a:rPr>
              <a:t>企业数字化解决方案服务商</a:t>
            </a:r>
            <a:endParaRPr lang="en-US" altLang="ja-JP" sz="1200" spc="200" dirty="0">
              <a:solidFill>
                <a:schemeClr val="bg1"/>
              </a:solidFill>
              <a:latin typeface="微软雅黑" panose="020B0503020204020204" pitchFamily="34" charset="-122"/>
              <a:ea typeface="微软雅黑" panose="020B0503020204020204" pitchFamily="34" charset="-122"/>
              <a:cs typeface="OPPOSans H" panose="00020600040101010101" pitchFamily="18" charset="-122"/>
              <a:sym typeface="Futura" panose="020B0602020204020303" pitchFamily="2" charset="0"/>
            </a:endParaRPr>
          </a:p>
        </p:txBody>
      </p:sp>
      <p:sp>
        <p:nvSpPr>
          <p:cNvPr id="9" name="文本框 8"/>
          <p:cNvSpPr txBox="1"/>
          <p:nvPr/>
        </p:nvSpPr>
        <p:spPr>
          <a:xfrm>
            <a:off x="1217930" y="5908040"/>
            <a:ext cx="3245485" cy="337185"/>
          </a:xfrm>
          <a:prstGeom prst="rect">
            <a:avLst/>
          </a:prstGeom>
          <a:noFill/>
        </p:spPr>
        <p:txBody>
          <a:bodyPr wrap="square" rtlCol="0">
            <a:spAutoFit/>
          </a:bodyPr>
          <a:lstStyle/>
          <a:p>
            <a:r>
              <a:rPr kumimoji="1" lang="en-GB" altLang="zh-CN" sz="800" spc="100" dirty="0">
                <a:solidFill>
                  <a:schemeClr val="bg1">
                    <a:lumMod val="95000"/>
                    <a:alpha val="65719"/>
                  </a:schemeClr>
                </a:solidFill>
                <a:latin typeface="微软雅黑 Light" panose="020B0502040204020203" pitchFamily="34" charset="-122"/>
                <a:ea typeface="微软雅黑 Light" panose="020B0502040204020203" pitchFamily="34" charset="-122"/>
                <a:sym typeface="Futura" panose="020B0602020204020303" pitchFamily="2" charset="0"/>
              </a:rPr>
              <a:t>INDUSTRY DIGITAL</a:t>
            </a:r>
            <a:r>
              <a:rPr kumimoji="1" lang="zh-CN" altLang="en-US" sz="800" spc="100" dirty="0">
                <a:solidFill>
                  <a:schemeClr val="bg1">
                    <a:lumMod val="95000"/>
                    <a:alpha val="65719"/>
                  </a:schemeClr>
                </a:solidFill>
                <a:latin typeface="微软雅黑 Light" panose="020B0502040204020203" pitchFamily="34" charset="-122"/>
                <a:ea typeface="微软雅黑 Light" panose="020B0502040204020203" pitchFamily="34" charset="-122"/>
                <a:sym typeface="Futura" panose="020B0602020204020303" pitchFamily="2" charset="0"/>
              </a:rPr>
              <a:t> </a:t>
            </a:r>
            <a:r>
              <a:rPr kumimoji="1" lang="en-GB" altLang="zh-CN" sz="800" spc="100" dirty="0">
                <a:solidFill>
                  <a:schemeClr val="bg1">
                    <a:lumMod val="95000"/>
                    <a:alpha val="65719"/>
                  </a:schemeClr>
                </a:solidFill>
                <a:latin typeface="微软雅黑 Light" panose="020B0502040204020203" pitchFamily="34" charset="-122"/>
                <a:ea typeface="微软雅黑 Light" panose="020B0502040204020203" pitchFamily="34" charset="-122"/>
                <a:sym typeface="Futura" panose="020B0602020204020303" pitchFamily="2" charset="0"/>
              </a:rPr>
              <a:t>SOLUTION</a:t>
            </a:r>
            <a:r>
              <a:rPr kumimoji="1" lang="en-US" altLang="en-GB" sz="800" spc="100" dirty="0">
                <a:solidFill>
                  <a:schemeClr val="bg1">
                    <a:lumMod val="95000"/>
                    <a:alpha val="65719"/>
                  </a:schemeClr>
                </a:solidFill>
                <a:latin typeface="微软雅黑 Light" panose="020B0502040204020203" pitchFamily="34" charset="-122"/>
                <a:ea typeface="微软雅黑 Light" panose="020B0502040204020203" pitchFamily="34" charset="-122"/>
                <a:sym typeface="Futura" panose="020B0602020204020303" pitchFamily="2" charset="0"/>
              </a:rPr>
              <a:t> </a:t>
            </a:r>
            <a:endParaRPr kumimoji="1" lang="en-US" altLang="en-GB" sz="800" spc="100" dirty="0">
              <a:solidFill>
                <a:schemeClr val="bg1">
                  <a:lumMod val="95000"/>
                  <a:alpha val="65719"/>
                </a:schemeClr>
              </a:solidFill>
              <a:latin typeface="微软雅黑 Light" panose="020B0502040204020203" pitchFamily="34" charset="-122"/>
              <a:ea typeface="微软雅黑 Light" panose="020B0502040204020203" pitchFamily="34" charset="-122"/>
              <a:sym typeface="Futura" panose="020B0602020204020303" pitchFamily="2" charset="0"/>
            </a:endParaRPr>
          </a:p>
          <a:p>
            <a:r>
              <a:rPr kumimoji="1" lang="en-GB" altLang="zh-CN" sz="800" spc="100" dirty="0">
                <a:solidFill>
                  <a:schemeClr val="bg1">
                    <a:lumMod val="95000"/>
                    <a:alpha val="65719"/>
                  </a:schemeClr>
                </a:solidFill>
                <a:latin typeface="微软雅黑 Light" panose="020B0502040204020203" pitchFamily="34" charset="-122"/>
                <a:ea typeface="微软雅黑 Light" panose="020B0502040204020203" pitchFamily="34" charset="-122"/>
                <a:sym typeface="Futura" panose="020B0602020204020303" pitchFamily="2" charset="0"/>
              </a:rPr>
              <a:t>SERVICE PROVIDER</a:t>
            </a:r>
            <a:endParaRPr kumimoji="1" lang="zh-CN" altLang="en-US" sz="800" spc="100" dirty="0">
              <a:solidFill>
                <a:schemeClr val="bg1">
                  <a:lumMod val="95000"/>
                  <a:alpha val="65719"/>
                </a:schemeClr>
              </a:solidFill>
              <a:latin typeface="微软雅黑 Light" panose="020B0502040204020203" pitchFamily="34" charset="-122"/>
              <a:ea typeface="微软雅黑 Light" panose="020B0502040204020203" pitchFamily="34" charset="-122"/>
              <a:sym typeface="Futura" panose="020B0602020204020303" pitchFamily="2" charset="0"/>
            </a:endParaRPr>
          </a:p>
        </p:txBody>
      </p:sp>
      <p:sp>
        <p:nvSpPr>
          <p:cNvPr id="13" name="文本框 12"/>
          <p:cNvSpPr txBox="1"/>
          <p:nvPr/>
        </p:nvSpPr>
        <p:spPr>
          <a:xfrm>
            <a:off x="1218077" y="5047932"/>
            <a:ext cx="2046580" cy="584775"/>
          </a:xfrm>
          <a:prstGeom prst="rect">
            <a:avLst/>
          </a:prstGeom>
          <a:noFill/>
        </p:spPr>
        <p:txBody>
          <a:bodyPr wrap="square" rtlCol="0">
            <a:spAutoFit/>
          </a:bodyPr>
          <a:lstStyle/>
          <a:p>
            <a:r>
              <a:rPr kumimoji="1" lang="zh-CN" altLang="en-US" sz="3200" b="1" spc="400" dirty="0">
                <a:solidFill>
                  <a:schemeClr val="bg1"/>
                </a:solidFill>
                <a:latin typeface="微软雅黑" panose="020B0503020204020204" pitchFamily="34" charset="-122"/>
                <a:ea typeface="微软雅黑" panose="020B0503020204020204" pitchFamily="34" charset="-122"/>
                <a:sym typeface="Futura" panose="020B0602020204020303" pitchFamily="2" charset="0"/>
              </a:rPr>
              <a:t>华毓科技</a:t>
            </a:r>
            <a:endParaRPr kumimoji="1" lang="zh-CN" altLang="en-US" sz="3200" b="1" spc="400" dirty="0">
              <a:solidFill>
                <a:schemeClr val="bg1"/>
              </a:solidFill>
              <a:latin typeface="微软雅黑" panose="020B0503020204020204" pitchFamily="34" charset="-122"/>
              <a:ea typeface="微软雅黑" panose="020B0503020204020204" pitchFamily="34" charset="-122"/>
              <a:sym typeface="Futura" panose="020B0602020204020303" pitchFamily="2" charset="0"/>
            </a:endParaRPr>
          </a:p>
        </p:txBody>
      </p:sp>
      <p:cxnSp>
        <p:nvCxnSpPr>
          <p:cNvPr id="23" name="直线连接符 22"/>
          <p:cNvCxnSpPr/>
          <p:nvPr/>
        </p:nvCxnSpPr>
        <p:spPr>
          <a:xfrm>
            <a:off x="1311335" y="5874888"/>
            <a:ext cx="2119842" cy="0"/>
          </a:xfrm>
          <a:prstGeom prst="line">
            <a:avLst/>
          </a:prstGeom>
          <a:ln w="3175">
            <a:solidFill>
              <a:schemeClr val="bg1"/>
            </a:solidFill>
          </a:ln>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TABLE_ENDDRAG_ORIGIN_RECT" val="632*157"/>
  <p:tag name="TABLE_ENDDRAG_RECT" val="73*206*632*157"/>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TABLE_ENDDRAG_ORIGIN_RECT" val="804*361"/>
  <p:tag name="TABLE_ENDDRAG_RECT" val="72*130*804*361"/>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f*1_1_1"/>
  <p:tag name="KSO_WM_TEMPLATE_CATEGORY" val="diagram"/>
  <p:tag name="KSO_WM_TEMPLATE_INDEX" val="20201466"/>
  <p:tag name="KSO_WM_UNIT_LAYERLEVEL" val="1_1_1"/>
  <p:tag name="KSO_WM_TAG_VERSION" val="1.0"/>
  <p:tag name="KSO_WM_DIAGRAM_GROUP_CODE" val="m1-1"/>
  <p:tag name="KSO_WM_UNIT_NOCLEAR" val="0"/>
  <p:tag name="KSO_WM_UNIT_TYPE" val="m_h_f"/>
  <p:tag name="KSO_WM_UNIT_INDEX" val="1_1_1"/>
  <p:tag name="KSO_WM_UNIT_PRESET_TEXT" val="单击此处添加文本具体内容，简明扼要的阐述您的观点。根据需要可酌情增减文字，以便观者准确的理解您传达的思想。"/>
  <p:tag name="KSO_WM_UNIT_VALUE" val="108"/>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f*1_2_1"/>
  <p:tag name="KSO_WM_TEMPLATE_CATEGORY" val="diagram"/>
  <p:tag name="KSO_WM_TEMPLATE_INDEX" val="20201466"/>
  <p:tag name="KSO_WM_UNIT_LAYERLEVEL" val="1_1_1"/>
  <p:tag name="KSO_WM_TAG_VERSION" val="1.0"/>
  <p:tag name="KSO_WM_DIAGRAM_GROUP_CODE" val="m1-1"/>
  <p:tag name="KSO_WM_UNIT_NOCLEAR" val="0"/>
  <p:tag name="KSO_WM_UNIT_TYPE" val="m_h_f"/>
  <p:tag name="KSO_WM_UNIT_INDEX" val="1_2_1"/>
  <p:tag name="KSO_WM_UNIT_PRESET_TEXT" val="单击此处添加文本具体内容，简明扼要的阐述您的观点。根据需要可酌情增减文字，以便观者准确的理解您传达的思想。"/>
  <p:tag name="KSO_WM_UNIT_VALUE" val="108"/>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f*1_3_1"/>
  <p:tag name="KSO_WM_TEMPLATE_CATEGORY" val="diagram"/>
  <p:tag name="KSO_WM_TEMPLATE_INDEX" val="20201466"/>
  <p:tag name="KSO_WM_UNIT_LAYERLEVEL" val="1_1_1"/>
  <p:tag name="KSO_WM_TAG_VERSION" val="1.0"/>
  <p:tag name="KSO_WM_DIAGRAM_GROUP_CODE" val="m1-1"/>
  <p:tag name="KSO_WM_UNIT_NOCLEAR" val="0"/>
  <p:tag name="KSO_WM_UNIT_TYPE" val="m_h_f"/>
  <p:tag name="KSO_WM_UNIT_INDEX" val="1_3_1"/>
  <p:tag name="KSO_WM_UNIT_PRESET_TEXT" val="单击此处添加文本具体内容，简明扼要的阐述您的观点。根据需要可酌情增减文字，以便观者准确的理解您传达的思想。"/>
  <p:tag name="KSO_WM_UNIT_VALUE" val="108"/>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f*1_4_1"/>
  <p:tag name="KSO_WM_TEMPLATE_CATEGORY" val="diagram"/>
  <p:tag name="KSO_WM_TEMPLATE_INDEX" val="20201466"/>
  <p:tag name="KSO_WM_UNIT_LAYERLEVEL" val="1_1_1"/>
  <p:tag name="KSO_WM_TAG_VERSION" val="1.0"/>
  <p:tag name="KSO_WM_DIAGRAM_GROUP_CODE" val="m1-1"/>
  <p:tag name="KSO_WM_UNIT_NOCLEAR" val="0"/>
  <p:tag name="KSO_WM_UNIT_TYPE" val="m_h_f"/>
  <p:tag name="KSO_WM_UNIT_INDEX" val="1_4_1"/>
  <p:tag name="KSO_WM_UNIT_PRESET_TEXT" val="单击此处添加文本具体内容，简明扼要的阐述您的观点。根据需要可酌情增减文字，以便观者准确的理解您传达的思想。"/>
  <p:tag name="KSO_WM_UNIT_VALUE" val="108"/>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f*1_5_1"/>
  <p:tag name="KSO_WM_TEMPLATE_CATEGORY" val="diagram"/>
  <p:tag name="KSO_WM_TEMPLATE_INDEX" val="20201466"/>
  <p:tag name="KSO_WM_UNIT_LAYERLEVEL" val="1_1_1"/>
  <p:tag name="KSO_WM_TAG_VERSION" val="1.0"/>
  <p:tag name="KSO_WM_DIAGRAM_GROUP_CODE" val="m1-1"/>
  <p:tag name="KSO_WM_UNIT_NOCLEAR" val="0"/>
  <p:tag name="KSO_WM_UNIT_TYPE" val="m_h_f"/>
  <p:tag name="KSO_WM_UNIT_INDEX" val="1_5_1"/>
  <p:tag name="KSO_WM_UNIT_PRESET_TEXT" val="单击此处添加文本具体内容，简明扼要的阐述您的观点。根据需要可酌情增减文字，以便观者准确的理解您传达的思想。"/>
  <p:tag name="KSO_WM_UNIT_VALUE" val="108"/>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5_1"/>
  <p:tag name="KSO_WM_TEMPLATE_CATEGORY" val="diagram"/>
  <p:tag name="KSO_WM_TEMPLATE_INDEX" val="20201466"/>
  <p:tag name="KSO_WM_UNIT_LAYERLEVEL" val="1_1_1"/>
  <p:tag name="KSO_WM_TAG_VERSION" val="1.0"/>
  <p:tag name="KSO_WM_DIAGRAM_GROUP_CODE" val="m1-1"/>
  <p:tag name="KSO_WM_UNIT_TYPE" val="m_h_i"/>
  <p:tag name="KSO_WM_UNIT_INDEX" val="1_5_1"/>
  <p:tag name="KSO_WM_UNIT_FILL_FORE_SCHEMECOLOR_INDEX" val="5"/>
  <p:tag name="KSO_WM_UNIT_FILL_TYPE" val="1"/>
  <p:tag name="KSO_WM_UNIT_LINE_FORE_SCHEMECOLOR_INDEX" val="16"/>
  <p:tag name="KSO_WM_UNIT_LINE_FILL_TYPE" val="2"/>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a*1_5_1"/>
  <p:tag name="KSO_WM_TEMPLATE_CATEGORY" val="diagram"/>
  <p:tag name="KSO_WM_TEMPLATE_INDEX" val="20201466"/>
  <p:tag name="KSO_WM_UNIT_LAYERLEVEL" val="1_1_1"/>
  <p:tag name="KSO_WM_TAG_VERSION" val="1.0"/>
  <p:tag name="KSO_WM_UNIT_ISCONTENTSTITLE" val="0"/>
  <p:tag name="KSO_WM_UNIT_NOCLEAR" val="0"/>
  <p:tag name="KSO_WM_DIAGRAM_GROUP_CODE" val="m1-1"/>
  <p:tag name="KSO_WM_UNIT_TYPE" val="m_h_a"/>
  <p:tag name="KSO_WM_UNIT_INDEX" val="1_5_1"/>
  <p:tag name="KSO_WM_UNIT_PRESET_TEXT" val="添加标题"/>
  <p:tag name="KSO_WM_UNIT_VALUE" val="6"/>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5_2"/>
  <p:tag name="KSO_WM_TEMPLATE_CATEGORY" val="diagram"/>
  <p:tag name="KSO_WM_TEMPLATE_INDEX" val="20201466"/>
  <p:tag name="KSO_WM_UNIT_LAYERLEVEL" val="1_1_1"/>
  <p:tag name="KSO_WM_TAG_VERSION" val="1.0"/>
  <p:tag name="KSO_WM_DIAGRAM_GROUP_CODE" val="m1-1"/>
  <p:tag name="KSO_WM_UNIT_TYPE" val="m_h_i"/>
  <p:tag name="KSO_WM_UNIT_INDEX" val="1_5_2"/>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5_2"/>
  <p:tag name="KSO_WM_TEMPLATE_CATEGORY" val="diagram"/>
  <p:tag name="KSO_WM_TEMPLATE_INDEX" val="20201466"/>
  <p:tag name="KSO_WM_UNIT_LAYERLEVEL" val="1_1_1"/>
  <p:tag name="KSO_WM_TAG_VERSION" val="1.0"/>
  <p:tag name="KSO_WM_DIAGRAM_GROUP_CODE" val="m1-1"/>
  <p:tag name="KSO_WM_UNIT_TYPE" val="m_h_i"/>
  <p:tag name="KSO_WM_UNIT_INDEX" val="1_5_2"/>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f*1_3_1"/>
  <p:tag name="KSO_WM_TEMPLATE_CATEGORY" val="diagram"/>
  <p:tag name="KSO_WM_TEMPLATE_INDEX" val="20201466"/>
  <p:tag name="KSO_WM_UNIT_LAYERLEVEL" val="1_1_1"/>
  <p:tag name="KSO_WM_TAG_VERSION" val="1.0"/>
  <p:tag name="KSO_WM_DIAGRAM_GROUP_CODE" val="m1-1"/>
  <p:tag name="KSO_WM_UNIT_NOCLEAR" val="0"/>
  <p:tag name="KSO_WM_UNIT_TYPE" val="m_h_f"/>
  <p:tag name="KSO_WM_UNIT_INDEX" val="1_3_1"/>
  <p:tag name="KSO_WM_UNIT_PRESET_TEXT" val="单击此处添加文本具体内容，简明扼要的阐述您的观点。根据需要可酌情增减文字，以便观者准确的理解您传达的思想。"/>
  <p:tag name="KSO_WM_UNIT_VALUE" val="108"/>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1_1"/>
  <p:tag name="KSO_WM_TEMPLATE_CATEGORY" val="diagram"/>
  <p:tag name="KSO_WM_TEMPLATE_INDEX" val="20201466"/>
  <p:tag name="KSO_WM_UNIT_LAYERLEVEL" val="1_1_1"/>
  <p:tag name="KSO_WM_TAG_VERSION" val="1.0"/>
  <p:tag name="KSO_WM_DIAGRAM_GROUP_CODE" val="m1-1"/>
  <p:tag name="KSO_WM_UNIT_TYPE" val="m_h_i"/>
  <p:tag name="KSO_WM_UNIT_INDEX" val="1_1_1"/>
  <p:tag name="KSO_WM_UNIT_FILL_FORE_SCHEMECOLOR_INDEX" val="5"/>
  <p:tag name="KSO_WM_UNIT_FILL_TYPE" val="1"/>
  <p:tag name="KSO_WM_UNIT_LINE_FORE_SCHEMECOLOR_INDEX" val="16"/>
  <p:tag name="KSO_WM_UNIT_LINE_FILL_TYPE" val="2"/>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a*1_1_1"/>
  <p:tag name="KSO_WM_TEMPLATE_CATEGORY" val="diagram"/>
  <p:tag name="KSO_WM_TEMPLATE_INDEX" val="20201466"/>
  <p:tag name="KSO_WM_UNIT_LAYERLEVEL" val="1_1_1"/>
  <p:tag name="KSO_WM_TAG_VERSION" val="1.0"/>
  <p:tag name="KSO_WM_UNIT_ISCONTENTSTITLE" val="0"/>
  <p:tag name="KSO_WM_UNIT_NOCLEAR" val="0"/>
  <p:tag name="KSO_WM_DIAGRAM_GROUP_CODE" val="m1-1"/>
  <p:tag name="KSO_WM_UNIT_TYPE" val="m_h_a"/>
  <p:tag name="KSO_WM_UNIT_INDEX" val="1_1_1"/>
  <p:tag name="KSO_WM_UNIT_PRESET_TEXT" val="添加标题"/>
  <p:tag name="KSO_WM_UNIT_VALUE" val="6"/>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1_2"/>
  <p:tag name="KSO_WM_TEMPLATE_CATEGORY" val="diagram"/>
  <p:tag name="KSO_WM_TEMPLATE_INDEX" val="20201466"/>
  <p:tag name="KSO_WM_UNIT_LAYERLEVEL" val="1_1_1"/>
  <p:tag name="KSO_WM_TAG_VERSION" val="1.0"/>
  <p:tag name="KSO_WM_DIAGRAM_GROUP_CODE" val="m1-1"/>
  <p:tag name="KSO_WM_UNIT_TYPE" val="m_h_i"/>
  <p:tag name="KSO_WM_UNIT_INDEX" val="1_1_2"/>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1_2"/>
  <p:tag name="KSO_WM_TEMPLATE_CATEGORY" val="diagram"/>
  <p:tag name="KSO_WM_TEMPLATE_INDEX" val="20201466"/>
  <p:tag name="KSO_WM_UNIT_LAYERLEVEL" val="1_1_1"/>
  <p:tag name="KSO_WM_TAG_VERSION" val="1.0"/>
  <p:tag name="KSO_WM_DIAGRAM_GROUP_CODE" val="m1-1"/>
  <p:tag name="KSO_WM_UNIT_TYPE" val="m_h_i"/>
  <p:tag name="KSO_WM_UNIT_INDEX" val="1_1_2"/>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2_1"/>
  <p:tag name="KSO_WM_TEMPLATE_CATEGORY" val="diagram"/>
  <p:tag name="KSO_WM_TEMPLATE_INDEX" val="20201466"/>
  <p:tag name="KSO_WM_UNIT_LAYERLEVEL" val="1_1_1"/>
  <p:tag name="KSO_WM_TAG_VERSION" val="1.0"/>
  <p:tag name="KSO_WM_DIAGRAM_GROUP_CODE" val="m1-1"/>
  <p:tag name="KSO_WM_UNIT_TYPE" val="m_h_i"/>
  <p:tag name="KSO_WM_UNIT_INDEX" val="1_2_1"/>
  <p:tag name="KSO_WM_UNIT_FILL_FORE_SCHEMECOLOR_INDEX" val="6"/>
  <p:tag name="KSO_WM_UNIT_FILL_TYPE" val="1"/>
  <p:tag name="KSO_WM_UNIT_LINE_FORE_SCHEMECOLOR_INDEX" val="16"/>
  <p:tag name="KSO_WM_UNIT_LINE_FILL_TYPE" val="2"/>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a*1_2_1"/>
  <p:tag name="KSO_WM_TEMPLATE_CATEGORY" val="diagram"/>
  <p:tag name="KSO_WM_TEMPLATE_INDEX" val="20201466"/>
  <p:tag name="KSO_WM_UNIT_LAYERLEVEL" val="1_1_1"/>
  <p:tag name="KSO_WM_TAG_VERSION" val="1.0"/>
  <p:tag name="KSO_WM_UNIT_ISCONTENTSTITLE" val="0"/>
  <p:tag name="KSO_WM_UNIT_NOCLEAR" val="0"/>
  <p:tag name="KSO_WM_DIAGRAM_GROUP_CODE" val="m1-1"/>
  <p:tag name="KSO_WM_UNIT_TYPE" val="m_h_a"/>
  <p:tag name="KSO_WM_UNIT_INDEX" val="1_2_1"/>
  <p:tag name="KSO_WM_UNIT_PRESET_TEXT" val="添加标题"/>
  <p:tag name="KSO_WM_UNIT_VALUE" val="7"/>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2_2"/>
  <p:tag name="KSO_WM_TEMPLATE_CATEGORY" val="diagram"/>
  <p:tag name="KSO_WM_TEMPLATE_INDEX" val="20201466"/>
  <p:tag name="KSO_WM_UNIT_LAYERLEVEL" val="1_1_1"/>
  <p:tag name="KSO_WM_TAG_VERSION" val="1.0"/>
  <p:tag name="KSO_WM_DIAGRAM_GROUP_CODE" val="m1-1"/>
  <p:tag name="KSO_WM_UNIT_TYPE" val="m_h_i"/>
  <p:tag name="KSO_WM_UNIT_INDEX" val="1_2_2"/>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2_2"/>
  <p:tag name="KSO_WM_TEMPLATE_CATEGORY" val="diagram"/>
  <p:tag name="KSO_WM_TEMPLATE_INDEX" val="20201466"/>
  <p:tag name="KSO_WM_UNIT_LAYERLEVEL" val="1_1_1"/>
  <p:tag name="KSO_WM_TAG_VERSION" val="1.0"/>
  <p:tag name="KSO_WM_DIAGRAM_GROUP_CODE" val="m1-1"/>
  <p:tag name="KSO_WM_UNIT_TYPE" val="m_h_i"/>
  <p:tag name="KSO_WM_UNIT_INDEX" val="1_2_2"/>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3_1"/>
  <p:tag name="KSO_WM_TEMPLATE_CATEGORY" val="diagram"/>
  <p:tag name="KSO_WM_TEMPLATE_INDEX" val="20201466"/>
  <p:tag name="KSO_WM_UNIT_LAYERLEVEL" val="1_1_1"/>
  <p:tag name="KSO_WM_TAG_VERSION" val="1.0"/>
  <p:tag name="KSO_WM_DIAGRAM_GROUP_CODE" val="m1-1"/>
  <p:tag name="KSO_WM_UNIT_TYPE" val="m_h_i"/>
  <p:tag name="KSO_WM_UNIT_INDEX" val="1_3_1"/>
  <p:tag name="KSO_WM_UNIT_FILL_FORE_SCHEMECOLOR_INDEX" val="5"/>
  <p:tag name="KSO_WM_UNIT_FILL_TYPE" val="1"/>
  <p:tag name="KSO_WM_UNIT_LINE_FORE_SCHEMECOLOR_INDEX" val="16"/>
  <p:tag name="KSO_WM_UNIT_LINE_FILL_TYPE" val="2"/>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a*1_3_1"/>
  <p:tag name="KSO_WM_TEMPLATE_CATEGORY" val="diagram"/>
  <p:tag name="KSO_WM_TEMPLATE_INDEX" val="20201466"/>
  <p:tag name="KSO_WM_UNIT_LAYERLEVEL" val="1_1_1"/>
  <p:tag name="KSO_WM_TAG_VERSION" val="1.0"/>
  <p:tag name="KSO_WM_UNIT_ISCONTENTSTITLE" val="0"/>
  <p:tag name="KSO_WM_UNIT_NOCLEAR" val="0"/>
  <p:tag name="KSO_WM_DIAGRAM_GROUP_CODE" val="m1-1"/>
  <p:tag name="KSO_WM_UNIT_TYPE" val="m_h_a"/>
  <p:tag name="KSO_WM_UNIT_INDEX" val="1_3_1"/>
  <p:tag name="KSO_WM_UNIT_PRESET_TEXT" val="添加标题"/>
  <p:tag name="KSO_WM_UNIT_VALUE" val="7"/>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3_2"/>
  <p:tag name="KSO_WM_TEMPLATE_CATEGORY" val="diagram"/>
  <p:tag name="KSO_WM_TEMPLATE_INDEX" val="20201466"/>
  <p:tag name="KSO_WM_UNIT_LAYERLEVEL" val="1_1_1"/>
  <p:tag name="KSO_WM_TAG_VERSION" val="1.0"/>
  <p:tag name="KSO_WM_DIAGRAM_GROUP_CODE" val="m1-1"/>
  <p:tag name="KSO_WM_UNIT_TYPE" val="m_h_i"/>
  <p:tag name="KSO_WM_UNIT_INDEX" val="1_3_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3_2"/>
  <p:tag name="KSO_WM_TEMPLATE_CATEGORY" val="diagram"/>
  <p:tag name="KSO_WM_TEMPLATE_INDEX" val="20201466"/>
  <p:tag name="KSO_WM_UNIT_LAYERLEVEL" val="1_1_1"/>
  <p:tag name="KSO_WM_TAG_VERSION" val="1.0"/>
  <p:tag name="KSO_WM_DIAGRAM_GROUP_CODE" val="m1-1"/>
  <p:tag name="KSO_WM_UNIT_TYPE" val="m_h_i"/>
  <p:tag name="KSO_WM_UNIT_INDEX" val="1_3_2"/>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4_1"/>
  <p:tag name="KSO_WM_TEMPLATE_CATEGORY" val="diagram"/>
  <p:tag name="KSO_WM_TEMPLATE_INDEX" val="20201466"/>
  <p:tag name="KSO_WM_UNIT_LAYERLEVEL" val="1_1_1"/>
  <p:tag name="KSO_WM_TAG_VERSION" val="1.0"/>
  <p:tag name="KSO_WM_DIAGRAM_GROUP_CODE" val="m1-1"/>
  <p:tag name="KSO_WM_UNIT_TYPE" val="m_h_i"/>
  <p:tag name="KSO_WM_UNIT_INDEX" val="1_4_1"/>
  <p:tag name="KSO_WM_UNIT_FILL_FORE_SCHEMECOLOR_INDEX" val="6"/>
  <p:tag name="KSO_WM_UNIT_FILL_TYPE" val="1"/>
  <p:tag name="KSO_WM_UNIT_LINE_FORE_SCHEMECOLOR_INDEX" val="16"/>
  <p:tag name="KSO_WM_UNIT_LINE_FILL_TYPE" val="2"/>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a*1_4_1"/>
  <p:tag name="KSO_WM_TEMPLATE_CATEGORY" val="diagram"/>
  <p:tag name="KSO_WM_TEMPLATE_INDEX" val="20201466"/>
  <p:tag name="KSO_WM_UNIT_LAYERLEVEL" val="1_1_1"/>
  <p:tag name="KSO_WM_TAG_VERSION" val="1.0"/>
  <p:tag name="KSO_WM_UNIT_ISCONTENTSTITLE" val="0"/>
  <p:tag name="KSO_WM_UNIT_NOCLEAR" val="0"/>
  <p:tag name="KSO_WM_DIAGRAM_GROUP_CODE" val="m1-1"/>
  <p:tag name="KSO_WM_UNIT_TYPE" val="m_h_a"/>
  <p:tag name="KSO_WM_UNIT_INDEX" val="1_4_1"/>
  <p:tag name="KSO_WM_UNIT_PRESET_TEXT" val="添加标题"/>
  <p:tag name="KSO_WM_UNIT_VALUE" val="6"/>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4_2"/>
  <p:tag name="KSO_WM_TEMPLATE_CATEGORY" val="diagram"/>
  <p:tag name="KSO_WM_TEMPLATE_INDEX" val="20201466"/>
  <p:tag name="KSO_WM_UNIT_LAYERLEVEL" val="1_1_1"/>
  <p:tag name="KSO_WM_TAG_VERSION" val="1.0"/>
  <p:tag name="KSO_WM_DIAGRAM_GROUP_CODE" val="m1-1"/>
  <p:tag name="KSO_WM_UNIT_TYPE" val="m_h_i"/>
  <p:tag name="KSO_WM_UNIT_INDEX" val="1_4_2"/>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4_2"/>
  <p:tag name="KSO_WM_TEMPLATE_CATEGORY" val="diagram"/>
  <p:tag name="KSO_WM_TEMPLATE_INDEX" val="20201466"/>
  <p:tag name="KSO_WM_UNIT_LAYERLEVEL" val="1_1_1"/>
  <p:tag name="KSO_WM_TAG_VERSION" val="1.0"/>
  <p:tag name="KSO_WM_DIAGRAM_GROUP_CODE" val="m1-1"/>
  <p:tag name="KSO_WM_UNIT_TYPE" val="m_h_i"/>
  <p:tag name="KSO_WM_UNIT_INDEX" val="1_4_2"/>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3_1"/>
  <p:tag name="KSO_WM_TEMPLATE_CATEGORY" val="diagram"/>
  <p:tag name="KSO_WM_TEMPLATE_INDEX" val="20201466"/>
  <p:tag name="KSO_WM_UNIT_LAYERLEVEL" val="1_1_1"/>
  <p:tag name="KSO_WM_TAG_VERSION" val="1.0"/>
  <p:tag name="KSO_WM_DIAGRAM_GROUP_CODE" val="m1-1"/>
  <p:tag name="KSO_WM_UNIT_TYPE" val="m_h_i"/>
  <p:tag name="KSO_WM_UNIT_INDEX" val="1_3_1"/>
  <p:tag name="KSO_WM_UNIT_FILL_FORE_SCHEMECOLOR_INDEX" val="5"/>
  <p:tag name="KSO_WM_UNIT_FILL_TYPE" val="1"/>
  <p:tag name="KSO_WM_UNIT_LINE_FORE_SCHEMECOLOR_INDEX" val="16"/>
  <p:tag name="KSO_WM_UNIT_LINE_FILL_TYPE" val="2"/>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a*1_3_1"/>
  <p:tag name="KSO_WM_TEMPLATE_CATEGORY" val="diagram"/>
  <p:tag name="KSO_WM_TEMPLATE_INDEX" val="20201466"/>
  <p:tag name="KSO_WM_UNIT_LAYERLEVEL" val="1_1_1"/>
  <p:tag name="KSO_WM_TAG_VERSION" val="1.0"/>
  <p:tag name="KSO_WM_UNIT_ISCONTENTSTITLE" val="0"/>
  <p:tag name="KSO_WM_UNIT_NOCLEAR" val="0"/>
  <p:tag name="KSO_WM_DIAGRAM_GROUP_CODE" val="m1-1"/>
  <p:tag name="KSO_WM_UNIT_TYPE" val="m_h_a"/>
  <p:tag name="KSO_WM_UNIT_INDEX" val="1_3_1"/>
  <p:tag name="KSO_WM_UNIT_PRESET_TEXT" val="添加标题"/>
  <p:tag name="KSO_WM_UNIT_VALUE" val="7"/>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3_2"/>
  <p:tag name="KSO_WM_TEMPLATE_CATEGORY" val="diagram"/>
  <p:tag name="KSO_WM_TEMPLATE_INDEX" val="20201466"/>
  <p:tag name="KSO_WM_UNIT_LAYERLEVEL" val="1_1_1"/>
  <p:tag name="KSO_WM_TAG_VERSION" val="1.0"/>
  <p:tag name="KSO_WM_DIAGRAM_GROUP_CODE" val="m1-1"/>
  <p:tag name="KSO_WM_UNIT_TYPE" val="m_h_i"/>
  <p:tag name="KSO_WM_UNIT_INDEX" val="1_3_2"/>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i*1_3_2"/>
  <p:tag name="KSO_WM_TEMPLATE_CATEGORY" val="diagram"/>
  <p:tag name="KSO_WM_TEMPLATE_INDEX" val="20201466"/>
  <p:tag name="KSO_WM_UNIT_LAYERLEVEL" val="1_1_1"/>
  <p:tag name="KSO_WM_TAG_VERSION" val="1.0"/>
  <p:tag name="KSO_WM_DIAGRAM_GROUP_CODE" val="m1-1"/>
  <p:tag name="KSO_WM_UNIT_TYPE" val="m_h_i"/>
  <p:tag name="KSO_WM_UNIT_INDEX" val="1_3_2"/>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466_3*m_h_f*1_3_1"/>
  <p:tag name="KSO_WM_TEMPLATE_CATEGORY" val="diagram"/>
  <p:tag name="KSO_WM_TEMPLATE_INDEX" val="20201466"/>
  <p:tag name="KSO_WM_UNIT_LAYERLEVEL" val="1_1_1"/>
  <p:tag name="KSO_WM_TAG_VERSION" val="1.0"/>
  <p:tag name="KSO_WM_DIAGRAM_GROUP_CODE" val="m1-1"/>
  <p:tag name="KSO_WM_UNIT_NOCLEAR" val="0"/>
  <p:tag name="KSO_WM_UNIT_TYPE" val="m_h_f"/>
  <p:tag name="KSO_WM_UNIT_INDEX" val="1_3_1"/>
  <p:tag name="KSO_WM_UNIT_PRESET_TEXT" val="单击此处添加文本具体内容，简明扼要的阐述您的观点。根据需要可酌情增减文字，以便观者准确的理解您传达的思想。"/>
  <p:tag name="KSO_WM_UNIT_VALUE" val="108"/>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TABLE_ENDDRAG_ORIGIN_RECT" val="870*396"/>
  <p:tag name="TABLE_ENDDRAG_RECT" val="52*115*870*396"/>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TABLE_ENDDRAG_ORIGIN_RECT" val="804*342"/>
  <p:tag name="TABLE_ENDDRAG_RECT" val="72*129*804*342"/>
  <p:tag name="KSO_WM_BEAUTIFY_FLAG" val=""/>
</p:tagLst>
</file>

<file path=ppt/tags/tag305.xml><?xml version="1.0" encoding="utf-8"?>
<p:tagLst xmlns:p="http://schemas.openxmlformats.org/presentationml/2006/main">
  <p:tag name="KSO_WPP_MARK_KEY" val="13e43058-119f-4eb1-b649-a949d891d9a6"/>
  <p:tag name="COMMONDATA" val="eyJoZGlkIjoiYzJkYmExZDE5Y2E2NWMzZTdmOTA4NTRjNTYzODNlYT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5150</Words>
  <Application>WPS 演示</Application>
  <PresentationFormat>宽屏</PresentationFormat>
  <Paragraphs>848</Paragraphs>
  <Slides>31</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31</vt:i4>
      </vt:variant>
    </vt:vector>
  </HeadingPairs>
  <TitlesOfParts>
    <vt:vector size="50" baseType="lpstr">
      <vt:lpstr>Arial</vt:lpstr>
      <vt:lpstr>宋体</vt:lpstr>
      <vt:lpstr>Wingdings</vt:lpstr>
      <vt:lpstr>微软雅黑</vt:lpstr>
      <vt:lpstr>微软雅黑 Light</vt:lpstr>
      <vt:lpstr>Arial Black</vt:lpstr>
      <vt:lpstr>阿里巴巴普惠体</vt:lpstr>
      <vt:lpstr>等线 Light</vt:lpstr>
      <vt:lpstr>等线</vt:lpstr>
      <vt:lpstr>Arial Unicode MS</vt:lpstr>
      <vt:lpstr>Microsoft YaHei Bold</vt:lpstr>
      <vt:lpstr>Segoe Print</vt:lpstr>
      <vt:lpstr>Wingdings</vt:lpstr>
      <vt:lpstr>Futura</vt:lpstr>
      <vt:lpstr>tama mini01</vt:lpstr>
      <vt:lpstr>思源宋体 CN Heavy</vt:lpstr>
      <vt:lpstr>OPPOSans H</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WangHui</dc:creator>
  <cp:lastModifiedBy>WPS_1652972438</cp:lastModifiedBy>
  <cp:revision>384</cp:revision>
  <dcterms:created xsi:type="dcterms:W3CDTF">2023-08-29T10:01:00Z</dcterms:created>
  <dcterms:modified xsi:type="dcterms:W3CDTF">2025-05-26T08:36:06Z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5FB4F569FFB2433A9BDDC15FFDFABE05_13</vt:lpwstr>
  </property>
  <property fmtid="{D5CDD505-2E9C-101B-9397-08002B2CF9AE}" pid="3" name="KSOProductBuildVer">
    <vt:lpwstr>2052-12.1.0.20784</vt:lpwstr>
  </property>
</Properties>
</file>